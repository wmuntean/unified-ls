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88" r:id="rId2"/>
  </p:sldIdLst>
  <p:sldSz cx="40233600" cy="31089600"/>
  <p:notesSz cx="9309100" cy="70231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733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28215" indent="67070" algn="l" rtl="0" fontAlgn="base">
      <a:spcBef>
        <a:spcPct val="0"/>
      </a:spcBef>
      <a:spcAft>
        <a:spcPct val="0"/>
      </a:spcAft>
      <a:defRPr sz="1733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858150" indent="132420" algn="l" rtl="0" fontAlgn="base">
      <a:spcBef>
        <a:spcPct val="0"/>
      </a:spcBef>
      <a:spcAft>
        <a:spcPct val="0"/>
      </a:spcAft>
      <a:defRPr sz="1733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288085" indent="197770" algn="l" rtl="0" fontAlgn="base">
      <a:spcBef>
        <a:spcPct val="0"/>
      </a:spcBef>
      <a:spcAft>
        <a:spcPct val="0"/>
      </a:spcAft>
      <a:defRPr sz="1733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718020" indent="263121" algn="l" rtl="0" fontAlgn="base">
      <a:spcBef>
        <a:spcPct val="0"/>
      </a:spcBef>
      <a:spcAft>
        <a:spcPct val="0"/>
      </a:spcAft>
      <a:defRPr sz="1733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476424" algn="l" defTabSz="990570" rtl="0" eaLnBrk="1" latinLnBrk="0" hangingPunct="1">
      <a:defRPr sz="1733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971709" algn="l" defTabSz="990570" rtl="0" eaLnBrk="1" latinLnBrk="0" hangingPunct="1">
      <a:defRPr sz="1733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466993" algn="l" defTabSz="990570" rtl="0" eaLnBrk="1" latinLnBrk="0" hangingPunct="1">
      <a:defRPr sz="1733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962278" algn="l" defTabSz="990570" rtl="0" eaLnBrk="1" latinLnBrk="0" hangingPunct="1">
      <a:defRPr sz="1733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792" userDrawn="1">
          <p15:clr>
            <a:srgbClr val="A4A3A4"/>
          </p15:clr>
        </p15:guide>
        <p15:guide id="2" pos="12672" userDrawn="1">
          <p15:clr>
            <a:srgbClr val="A4A3A4"/>
          </p15:clr>
        </p15:guide>
        <p15:guide id="3" orient="horz" pos="1915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F6FF"/>
    <a:srgbClr val="00759A"/>
    <a:srgbClr val="D3EBED"/>
    <a:srgbClr val="F9FEEC"/>
    <a:srgbClr val="BBE0E3"/>
    <a:srgbClr val="FBC9C9"/>
    <a:srgbClr val="F68282"/>
    <a:srgbClr val="7B090A"/>
    <a:srgbClr val="3399FF"/>
    <a:srgbClr val="66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862" autoAdjust="0"/>
    <p:restoredTop sz="94558" autoAdjust="0"/>
  </p:normalViewPr>
  <p:slideViewPr>
    <p:cSldViewPr snapToGrid="0">
      <p:cViewPr>
        <p:scale>
          <a:sx n="40" d="100"/>
          <a:sy n="40" d="100"/>
        </p:scale>
        <p:origin x="-3012" y="-258"/>
      </p:cViewPr>
      <p:guideLst>
        <p:guide orient="horz" pos="9792"/>
        <p:guide pos="12672"/>
        <p:guide orient="horz" pos="19152"/>
      </p:guideLst>
    </p:cSldViewPr>
  </p:slideViewPr>
  <p:outlineViewPr>
    <p:cViewPr>
      <p:scale>
        <a:sx n="20" d="100"/>
        <a:sy n="20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034252" cy="350545"/>
          </a:xfrm>
          <a:prstGeom prst="rect">
            <a:avLst/>
          </a:prstGeom>
        </p:spPr>
        <p:txBody>
          <a:bodyPr vert="horz" wrap="square" lIns="88276" tIns="44138" rIns="88276" bIns="44138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Arial" pitchFamily="-112" charset="0"/>
                <a:ea typeface="ＭＳ Ｐゴシック" pitchFamily="-112" charset="-128"/>
                <a:cs typeface="ＭＳ Ｐゴシック" pitchFamily="-112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273309" y="1"/>
            <a:ext cx="4034252" cy="350545"/>
          </a:xfrm>
          <a:prstGeom prst="rect">
            <a:avLst/>
          </a:prstGeom>
        </p:spPr>
        <p:txBody>
          <a:bodyPr vert="horz" wrap="square" lIns="88276" tIns="44138" rIns="88276" bIns="44138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fld id="{64674168-1918-41A8-933E-22839A204C42}" type="datetime1">
              <a:rPr lang="en-US" altLang="en-US"/>
              <a:pPr/>
              <a:t>10/3/2025</a:t>
            </a:fld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671032"/>
            <a:ext cx="4034252" cy="350545"/>
          </a:xfrm>
          <a:prstGeom prst="rect">
            <a:avLst/>
          </a:prstGeom>
        </p:spPr>
        <p:txBody>
          <a:bodyPr vert="horz" wrap="square" lIns="88276" tIns="44138" rIns="88276" bIns="44138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Arial" pitchFamily="-112" charset="0"/>
                <a:ea typeface="ＭＳ Ｐゴシック" pitchFamily="-112" charset="-128"/>
                <a:cs typeface="ＭＳ Ｐゴシック" pitchFamily="-112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273309" y="6671032"/>
            <a:ext cx="4034252" cy="350545"/>
          </a:xfrm>
          <a:prstGeom prst="rect">
            <a:avLst/>
          </a:prstGeom>
        </p:spPr>
        <p:txBody>
          <a:bodyPr vert="horz" wrap="square" lIns="88276" tIns="44138" rIns="88276" bIns="44138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fld id="{6AF186F7-5DF0-4ACF-A5DD-EC31844CE2E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456649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4034252" cy="350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8276" tIns="44138" rIns="88276" bIns="44138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pitchFamily="-112" charset="0"/>
                <a:ea typeface="ＭＳ Ｐゴシック" pitchFamily="-112" charset="-128"/>
                <a:cs typeface="ＭＳ Ｐゴシック" pitchFamily="-112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273309" y="1"/>
            <a:ext cx="4034252" cy="350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8276" tIns="44138" rIns="88276" bIns="44138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itchFamily="-112" charset="0"/>
                <a:ea typeface="ＭＳ Ｐゴシック" pitchFamily="-112" charset="-128"/>
                <a:cs typeface="ＭＳ Ｐゴシック" pitchFamily="-112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951163" y="527050"/>
            <a:ext cx="3406775" cy="26336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47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1219" y="3336278"/>
            <a:ext cx="7446664" cy="3159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8276" tIns="44138" rIns="88276" bIns="441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47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671032"/>
            <a:ext cx="4034252" cy="350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8276" tIns="44138" rIns="88276" bIns="44138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pitchFamily="-112" charset="0"/>
                <a:ea typeface="ＭＳ Ｐゴシック" pitchFamily="-112" charset="-128"/>
                <a:cs typeface="ＭＳ Ｐゴシック" pitchFamily="-112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47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273309" y="6671032"/>
            <a:ext cx="4034252" cy="350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8276" tIns="44138" rIns="88276" bIns="44138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69769C34-97C8-4073-BCB8-D652DAD5272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7411830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083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28215" algn="l" rtl="0" eaLnBrk="0" fontAlgn="base" hangingPunct="0">
      <a:spcBef>
        <a:spcPct val="30000"/>
      </a:spcBef>
      <a:spcAft>
        <a:spcPct val="0"/>
      </a:spcAft>
      <a:defRPr sz="1083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858150" algn="l" rtl="0" eaLnBrk="0" fontAlgn="base" hangingPunct="0">
      <a:spcBef>
        <a:spcPct val="30000"/>
      </a:spcBef>
      <a:spcAft>
        <a:spcPct val="0"/>
      </a:spcAft>
      <a:defRPr sz="1083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288085" algn="l" rtl="0" eaLnBrk="0" fontAlgn="base" hangingPunct="0">
      <a:spcBef>
        <a:spcPct val="30000"/>
      </a:spcBef>
      <a:spcAft>
        <a:spcPct val="0"/>
      </a:spcAft>
      <a:defRPr sz="1083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718020" algn="l" rtl="0" eaLnBrk="0" fontAlgn="base" hangingPunct="0">
      <a:spcBef>
        <a:spcPct val="30000"/>
      </a:spcBef>
      <a:spcAft>
        <a:spcPct val="0"/>
      </a:spcAft>
      <a:defRPr sz="1083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148050" algn="l" defTabSz="429610" rtl="0" eaLnBrk="1" latinLnBrk="0" hangingPunct="1">
      <a:defRPr sz="1083" kern="1200">
        <a:solidFill>
          <a:schemeClr val="tx1"/>
        </a:solidFill>
        <a:latin typeface="+mn-lt"/>
        <a:ea typeface="+mn-ea"/>
        <a:cs typeface="+mn-cs"/>
      </a:defRPr>
    </a:lvl6pPr>
    <a:lvl7pPr marL="2577660" algn="l" defTabSz="429610" rtl="0" eaLnBrk="1" latinLnBrk="0" hangingPunct="1">
      <a:defRPr sz="1083" kern="1200">
        <a:solidFill>
          <a:schemeClr val="tx1"/>
        </a:solidFill>
        <a:latin typeface="+mn-lt"/>
        <a:ea typeface="+mn-ea"/>
        <a:cs typeface="+mn-cs"/>
      </a:defRPr>
    </a:lvl7pPr>
    <a:lvl8pPr marL="3007270" algn="l" defTabSz="429610" rtl="0" eaLnBrk="1" latinLnBrk="0" hangingPunct="1">
      <a:defRPr sz="1083" kern="1200">
        <a:solidFill>
          <a:schemeClr val="tx1"/>
        </a:solidFill>
        <a:latin typeface="+mn-lt"/>
        <a:ea typeface="+mn-ea"/>
        <a:cs typeface="+mn-cs"/>
      </a:defRPr>
    </a:lvl8pPr>
    <a:lvl9pPr marL="3436880" algn="l" defTabSz="429610" rtl="0" eaLnBrk="1" latinLnBrk="0" hangingPunct="1">
      <a:defRPr sz="1083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253686-B912-E9C5-CE72-017AC7C4A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>
            <a:extLst>
              <a:ext uri="{FF2B5EF4-FFF2-40B4-BE49-F238E27FC236}">
                <a16:creationId xmlns:a16="http://schemas.microsoft.com/office/drawing/2014/main" id="{DCD4561F-BCB6-5BA6-46B3-EC64CFDB86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951163" y="527050"/>
            <a:ext cx="3406775" cy="2633663"/>
          </a:xfrm>
          <a:ln/>
        </p:spPr>
      </p:sp>
      <p:sp>
        <p:nvSpPr>
          <p:cNvPr id="16387" name="Notes Placeholder 2">
            <a:extLst>
              <a:ext uri="{FF2B5EF4-FFF2-40B4-BE49-F238E27FC236}">
                <a16:creationId xmlns:a16="http://schemas.microsoft.com/office/drawing/2014/main" id="{D14CB99A-5478-D9A3-80AC-BC5E58569C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6388" name="Slide Number Placeholder 3">
            <a:extLst>
              <a:ext uri="{FF2B5EF4-FFF2-40B4-BE49-F238E27FC236}">
                <a16:creationId xmlns:a16="http://schemas.microsoft.com/office/drawing/2014/main" id="{08AB158F-6273-5AE9-0246-E4D9E8FD8B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5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6619287" indent="-36177906" eaLnBrk="0" hangingPunct="0">
              <a:defRPr sz="15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15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15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15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41381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882762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24143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765524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FDBBA223-1CAE-4355-8BF9-B57F9D9AED26}" type="slidenum">
              <a:rPr lang="en-US" altLang="en-US" sz="1200"/>
              <a:pPr eaLnBrk="1" hangingPunct="1"/>
              <a:t>1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13470869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18104" y="9658527"/>
            <a:ext cx="34197397" cy="666291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34753" y="17616843"/>
            <a:ext cx="28164102" cy="7946320"/>
          </a:xfrm>
        </p:spPr>
        <p:txBody>
          <a:bodyPr/>
          <a:lstStyle>
            <a:lvl1pPr marL="0" indent="0" algn="ctr">
              <a:buNone/>
              <a:defRPr/>
            </a:lvl1pPr>
            <a:lvl2pPr marL="415452" indent="0" algn="ctr">
              <a:buNone/>
              <a:defRPr/>
            </a:lvl2pPr>
            <a:lvl3pPr marL="830905" indent="0" algn="ctr">
              <a:buNone/>
              <a:defRPr/>
            </a:lvl3pPr>
            <a:lvl4pPr marL="1246357" indent="0" algn="ctr">
              <a:buNone/>
              <a:defRPr/>
            </a:lvl4pPr>
            <a:lvl5pPr marL="1661809" indent="0" algn="ctr">
              <a:buNone/>
              <a:defRPr/>
            </a:lvl5pPr>
            <a:lvl6pPr marL="2077261" indent="0" algn="ctr">
              <a:buNone/>
              <a:defRPr/>
            </a:lvl6pPr>
            <a:lvl7pPr marL="2492714" indent="0" algn="ctr">
              <a:buNone/>
              <a:defRPr/>
            </a:lvl7pPr>
            <a:lvl8pPr marL="2908166" indent="0" algn="ctr">
              <a:buNone/>
              <a:defRPr/>
            </a:lvl8pPr>
            <a:lvl9pPr marL="3323618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01B0CEB-8FC8-4E75-BE2C-67734A00AD1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219118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2D16DF6-5FF9-45C5-A3FE-7FFE5884F12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874110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78179" y="19978252"/>
            <a:ext cx="34198852" cy="6174140"/>
          </a:xfrm>
        </p:spPr>
        <p:txBody>
          <a:bodyPr anchor="t"/>
          <a:lstStyle>
            <a:lvl1pPr algn="l">
              <a:defRPr sz="366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78179" y="13177400"/>
            <a:ext cx="34198852" cy="6800850"/>
          </a:xfrm>
        </p:spPr>
        <p:txBody>
          <a:bodyPr anchor="b"/>
          <a:lstStyle>
            <a:lvl1pPr marL="0" indent="0">
              <a:buNone/>
              <a:defRPr sz="1781"/>
            </a:lvl1pPr>
            <a:lvl2pPr marL="415452" indent="0">
              <a:buNone/>
              <a:defRPr sz="1676"/>
            </a:lvl2pPr>
            <a:lvl3pPr marL="830905" indent="0">
              <a:buNone/>
              <a:defRPr sz="1467"/>
            </a:lvl3pPr>
            <a:lvl4pPr marL="1246357" indent="0">
              <a:buNone/>
              <a:defRPr sz="1257"/>
            </a:lvl4pPr>
            <a:lvl5pPr marL="1661809" indent="0">
              <a:buNone/>
              <a:defRPr sz="1257"/>
            </a:lvl5pPr>
            <a:lvl6pPr marL="2077261" indent="0">
              <a:buNone/>
              <a:defRPr sz="1257"/>
            </a:lvl6pPr>
            <a:lvl7pPr marL="2492714" indent="0">
              <a:buNone/>
              <a:defRPr sz="1257"/>
            </a:lvl7pPr>
            <a:lvl8pPr marL="2908166" indent="0">
              <a:buNone/>
              <a:defRPr sz="1257"/>
            </a:lvl8pPr>
            <a:lvl9pPr marL="3323618" indent="0">
              <a:buNone/>
              <a:defRPr sz="125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5D02F33-B024-49D9-8F52-6558E7F5D50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353936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11101" y="7253641"/>
            <a:ext cx="18035852" cy="20517997"/>
          </a:xfrm>
        </p:spPr>
        <p:txBody>
          <a:bodyPr/>
          <a:lstStyle>
            <a:lvl1pPr>
              <a:defRPr sz="2514"/>
            </a:lvl1pPr>
            <a:lvl2pPr>
              <a:defRPr sz="2200"/>
            </a:lvl2pPr>
            <a:lvl3pPr>
              <a:defRPr sz="1781"/>
            </a:lvl3pPr>
            <a:lvl4pPr>
              <a:defRPr sz="1676"/>
            </a:lvl4pPr>
            <a:lvl5pPr>
              <a:defRPr sz="1676"/>
            </a:lvl5pPr>
            <a:lvl6pPr>
              <a:defRPr sz="1676"/>
            </a:lvl6pPr>
            <a:lvl7pPr>
              <a:defRPr sz="1676"/>
            </a:lvl7pPr>
            <a:lvl8pPr>
              <a:defRPr sz="1676"/>
            </a:lvl8pPr>
            <a:lvl9pPr>
              <a:defRPr sz="167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186654" y="7253641"/>
            <a:ext cx="18035852" cy="20517997"/>
          </a:xfrm>
        </p:spPr>
        <p:txBody>
          <a:bodyPr/>
          <a:lstStyle>
            <a:lvl1pPr>
              <a:defRPr sz="2514"/>
            </a:lvl1pPr>
            <a:lvl2pPr>
              <a:defRPr sz="2200"/>
            </a:lvl2pPr>
            <a:lvl3pPr>
              <a:defRPr sz="1781"/>
            </a:lvl3pPr>
            <a:lvl4pPr>
              <a:defRPr sz="1676"/>
            </a:lvl4pPr>
            <a:lvl5pPr>
              <a:defRPr sz="1676"/>
            </a:lvl5pPr>
            <a:lvl6pPr>
              <a:defRPr sz="1676"/>
            </a:lvl6pPr>
            <a:lvl7pPr>
              <a:defRPr sz="1676"/>
            </a:lvl7pPr>
            <a:lvl8pPr>
              <a:defRPr sz="1676"/>
            </a:lvl8pPr>
            <a:lvl9pPr>
              <a:defRPr sz="167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ED8AF83-6D35-4A98-9FA2-8B11F859AF5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36288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1099" y="6959780"/>
            <a:ext cx="17776826" cy="2899657"/>
          </a:xfrm>
        </p:spPr>
        <p:txBody>
          <a:bodyPr anchor="b"/>
          <a:lstStyle>
            <a:lvl1pPr marL="0" indent="0">
              <a:buNone/>
              <a:defRPr sz="2200" b="1"/>
            </a:lvl1pPr>
            <a:lvl2pPr marL="415452" indent="0">
              <a:buNone/>
              <a:defRPr sz="1781" b="1"/>
            </a:lvl2pPr>
            <a:lvl3pPr marL="830905" indent="0">
              <a:buNone/>
              <a:defRPr sz="1676" b="1"/>
            </a:lvl3pPr>
            <a:lvl4pPr marL="1246357" indent="0">
              <a:buNone/>
              <a:defRPr sz="1467" b="1"/>
            </a:lvl4pPr>
            <a:lvl5pPr marL="1661809" indent="0">
              <a:buNone/>
              <a:defRPr sz="1467" b="1"/>
            </a:lvl5pPr>
            <a:lvl6pPr marL="2077261" indent="0">
              <a:buNone/>
              <a:defRPr sz="1467" b="1"/>
            </a:lvl6pPr>
            <a:lvl7pPr marL="2492714" indent="0">
              <a:buNone/>
              <a:defRPr sz="1467" b="1"/>
            </a:lvl7pPr>
            <a:lvl8pPr marL="2908166" indent="0">
              <a:buNone/>
              <a:defRPr sz="1467" b="1"/>
            </a:lvl8pPr>
            <a:lvl9pPr marL="3323618" indent="0">
              <a:buNone/>
              <a:defRPr sz="14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11099" y="9859438"/>
            <a:ext cx="17776826" cy="17912203"/>
          </a:xfrm>
        </p:spPr>
        <p:txBody>
          <a:bodyPr/>
          <a:lstStyle>
            <a:lvl1pPr>
              <a:defRPr sz="2200"/>
            </a:lvl1pPr>
            <a:lvl2pPr>
              <a:defRPr sz="1781"/>
            </a:lvl2pPr>
            <a:lvl3pPr>
              <a:defRPr sz="1676"/>
            </a:lvl3pPr>
            <a:lvl4pPr>
              <a:defRPr sz="1467"/>
            </a:lvl4pPr>
            <a:lvl5pPr>
              <a:defRPr sz="1467"/>
            </a:lvl5pPr>
            <a:lvl6pPr>
              <a:defRPr sz="1467"/>
            </a:lvl6pPr>
            <a:lvl7pPr>
              <a:defRPr sz="1467"/>
            </a:lvl7pPr>
            <a:lvl8pPr>
              <a:defRPr sz="1467"/>
            </a:lvl8pPr>
            <a:lvl9pPr>
              <a:defRPr sz="14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0438406" y="6959780"/>
            <a:ext cx="17784100" cy="2899657"/>
          </a:xfrm>
        </p:spPr>
        <p:txBody>
          <a:bodyPr anchor="b"/>
          <a:lstStyle>
            <a:lvl1pPr marL="0" indent="0">
              <a:buNone/>
              <a:defRPr sz="2200" b="1"/>
            </a:lvl1pPr>
            <a:lvl2pPr marL="415452" indent="0">
              <a:buNone/>
              <a:defRPr sz="1781" b="1"/>
            </a:lvl2pPr>
            <a:lvl3pPr marL="830905" indent="0">
              <a:buNone/>
              <a:defRPr sz="1676" b="1"/>
            </a:lvl3pPr>
            <a:lvl4pPr marL="1246357" indent="0">
              <a:buNone/>
              <a:defRPr sz="1467" b="1"/>
            </a:lvl4pPr>
            <a:lvl5pPr marL="1661809" indent="0">
              <a:buNone/>
              <a:defRPr sz="1467" b="1"/>
            </a:lvl5pPr>
            <a:lvl6pPr marL="2077261" indent="0">
              <a:buNone/>
              <a:defRPr sz="1467" b="1"/>
            </a:lvl6pPr>
            <a:lvl7pPr marL="2492714" indent="0">
              <a:buNone/>
              <a:defRPr sz="1467" b="1"/>
            </a:lvl7pPr>
            <a:lvl8pPr marL="2908166" indent="0">
              <a:buNone/>
              <a:defRPr sz="1467" b="1"/>
            </a:lvl8pPr>
            <a:lvl9pPr marL="3323618" indent="0">
              <a:buNone/>
              <a:defRPr sz="14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0438406" y="9859438"/>
            <a:ext cx="17784100" cy="17912203"/>
          </a:xfrm>
        </p:spPr>
        <p:txBody>
          <a:bodyPr/>
          <a:lstStyle>
            <a:lvl1pPr>
              <a:defRPr sz="2200"/>
            </a:lvl1pPr>
            <a:lvl2pPr>
              <a:defRPr sz="1781"/>
            </a:lvl2pPr>
            <a:lvl3pPr>
              <a:defRPr sz="1676"/>
            </a:lvl3pPr>
            <a:lvl4pPr>
              <a:defRPr sz="1467"/>
            </a:lvl4pPr>
            <a:lvl5pPr>
              <a:defRPr sz="1467"/>
            </a:lvl5pPr>
            <a:lvl6pPr>
              <a:defRPr sz="1467"/>
            </a:lvl6pPr>
            <a:lvl7pPr>
              <a:defRPr sz="1467"/>
            </a:lvl7pPr>
            <a:lvl8pPr>
              <a:defRPr sz="1467"/>
            </a:lvl8pPr>
            <a:lvl9pPr>
              <a:defRPr sz="14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C9E8539-3F69-4C7B-BB95-11AD6B67621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433472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DA68B99-4975-415B-B76D-9E91833FED9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27043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D9BF8DE-02C4-4850-A2C6-5819FC82D5E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791899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1100" y="1238427"/>
            <a:ext cx="13236576" cy="5267060"/>
          </a:xfrm>
        </p:spPr>
        <p:txBody>
          <a:bodyPr anchor="b"/>
          <a:lstStyle>
            <a:lvl1pPr algn="l">
              <a:defRPr sz="1781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730802" y="1238431"/>
            <a:ext cx="22491700" cy="26533210"/>
          </a:xfrm>
        </p:spPr>
        <p:txBody>
          <a:bodyPr/>
          <a:lstStyle>
            <a:lvl1pPr>
              <a:defRPr sz="2933"/>
            </a:lvl1pPr>
            <a:lvl2pPr>
              <a:defRPr sz="2514"/>
            </a:lvl2pPr>
            <a:lvl3pPr>
              <a:defRPr sz="2200"/>
            </a:lvl3pPr>
            <a:lvl4pPr>
              <a:defRPr sz="1781"/>
            </a:lvl4pPr>
            <a:lvl5pPr>
              <a:defRPr sz="1781"/>
            </a:lvl5pPr>
            <a:lvl6pPr>
              <a:defRPr sz="1781"/>
            </a:lvl6pPr>
            <a:lvl7pPr>
              <a:defRPr sz="1781"/>
            </a:lvl7pPr>
            <a:lvl8pPr>
              <a:defRPr sz="1781"/>
            </a:lvl8pPr>
            <a:lvl9pPr>
              <a:defRPr sz="178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11100" y="6505490"/>
            <a:ext cx="13236576" cy="21266150"/>
          </a:xfrm>
        </p:spPr>
        <p:txBody>
          <a:bodyPr/>
          <a:lstStyle>
            <a:lvl1pPr marL="0" indent="0">
              <a:buNone/>
              <a:defRPr sz="1257"/>
            </a:lvl1pPr>
            <a:lvl2pPr marL="415452" indent="0">
              <a:buNone/>
              <a:defRPr sz="1048"/>
            </a:lvl2pPr>
            <a:lvl3pPr marL="830905" indent="0">
              <a:buNone/>
              <a:defRPr sz="943"/>
            </a:lvl3pPr>
            <a:lvl4pPr marL="1246357" indent="0">
              <a:buNone/>
              <a:defRPr sz="838"/>
            </a:lvl4pPr>
            <a:lvl5pPr marL="1661809" indent="0">
              <a:buNone/>
              <a:defRPr sz="838"/>
            </a:lvl5pPr>
            <a:lvl6pPr marL="2077261" indent="0">
              <a:buNone/>
              <a:defRPr sz="838"/>
            </a:lvl6pPr>
            <a:lvl7pPr marL="2492714" indent="0">
              <a:buNone/>
              <a:defRPr sz="838"/>
            </a:lvl7pPr>
            <a:lvl8pPr marL="2908166" indent="0">
              <a:buNone/>
              <a:defRPr sz="838"/>
            </a:lvl8pPr>
            <a:lvl9pPr marL="3323618" indent="0">
              <a:buNone/>
              <a:defRPr sz="83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0F64B26-1691-45FA-A479-79F99D52F3E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312753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85779" y="21762422"/>
            <a:ext cx="24140450" cy="2569810"/>
          </a:xfrm>
        </p:spPr>
        <p:txBody>
          <a:bodyPr anchor="b"/>
          <a:lstStyle>
            <a:lvl1pPr algn="l">
              <a:defRPr sz="1781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7885779" y="2778219"/>
            <a:ext cx="24140450" cy="18652859"/>
          </a:xfrm>
        </p:spPr>
        <p:txBody>
          <a:bodyPr/>
          <a:lstStyle>
            <a:lvl1pPr marL="0" indent="0">
              <a:buNone/>
              <a:defRPr sz="2933"/>
            </a:lvl1pPr>
            <a:lvl2pPr marL="415452" indent="0">
              <a:buNone/>
              <a:defRPr sz="2514"/>
            </a:lvl2pPr>
            <a:lvl3pPr marL="830905" indent="0">
              <a:buNone/>
              <a:defRPr sz="2200"/>
            </a:lvl3pPr>
            <a:lvl4pPr marL="1246357" indent="0">
              <a:buNone/>
              <a:defRPr sz="1781"/>
            </a:lvl4pPr>
            <a:lvl5pPr marL="1661809" indent="0">
              <a:buNone/>
              <a:defRPr sz="1781"/>
            </a:lvl5pPr>
            <a:lvl6pPr marL="2077261" indent="0">
              <a:buNone/>
              <a:defRPr sz="1781"/>
            </a:lvl6pPr>
            <a:lvl7pPr marL="2492714" indent="0">
              <a:buNone/>
              <a:defRPr sz="1781"/>
            </a:lvl7pPr>
            <a:lvl8pPr marL="2908166" indent="0">
              <a:buNone/>
              <a:defRPr sz="1781"/>
            </a:lvl8pPr>
            <a:lvl9pPr marL="3323618" indent="0">
              <a:buNone/>
              <a:defRPr sz="1781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885779" y="24332233"/>
            <a:ext cx="24140450" cy="3647809"/>
          </a:xfrm>
        </p:spPr>
        <p:txBody>
          <a:bodyPr/>
          <a:lstStyle>
            <a:lvl1pPr marL="0" indent="0">
              <a:buNone/>
              <a:defRPr sz="1257"/>
            </a:lvl1pPr>
            <a:lvl2pPr marL="415452" indent="0">
              <a:buNone/>
              <a:defRPr sz="1048"/>
            </a:lvl2pPr>
            <a:lvl3pPr marL="830905" indent="0">
              <a:buNone/>
              <a:defRPr sz="943"/>
            </a:lvl3pPr>
            <a:lvl4pPr marL="1246357" indent="0">
              <a:buNone/>
              <a:defRPr sz="838"/>
            </a:lvl4pPr>
            <a:lvl5pPr marL="1661809" indent="0">
              <a:buNone/>
              <a:defRPr sz="838"/>
            </a:lvl5pPr>
            <a:lvl6pPr marL="2077261" indent="0">
              <a:buNone/>
              <a:defRPr sz="838"/>
            </a:lvl6pPr>
            <a:lvl7pPr marL="2492714" indent="0">
              <a:buNone/>
              <a:defRPr sz="838"/>
            </a:lvl7pPr>
            <a:lvl8pPr marL="2908166" indent="0">
              <a:buNone/>
              <a:defRPr sz="838"/>
            </a:lvl8pPr>
            <a:lvl9pPr marL="3323618" indent="0">
              <a:buNone/>
              <a:defRPr sz="83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89C6ECD-9830-4D85-9939-33E32BD440C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872581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6426217-8903-46B2-A0C4-FA27D8BDC44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676796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9169656" y="1244424"/>
            <a:ext cx="9052850" cy="2652721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11101" y="1244424"/>
            <a:ext cx="27018854" cy="2652721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DDBC380-E992-4149-B27C-A76DABCA763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952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010683" y="1245023"/>
            <a:ext cx="36212236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380587" tIns="190298" rIns="380587" bIns="19029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010683" y="7254241"/>
            <a:ext cx="36212236" cy="205158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380587" tIns="190298" rIns="380587" bIns="19029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7373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010683" y="28309888"/>
            <a:ext cx="9389836" cy="215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80587" tIns="190298" rIns="380587" bIns="190298" numCol="1" anchor="t" anchorCtr="0" compatLnSpc="1">
            <a:prstTxWarp prst="textNoShape">
              <a:avLst/>
            </a:prstTxWarp>
          </a:bodyPr>
          <a:lstStyle>
            <a:lvl1pPr>
              <a:defRPr sz="6076">
                <a:latin typeface="Arial" pitchFamily="-112" charset="0"/>
                <a:ea typeface="ＭＳ Ｐゴシック" pitchFamily="-112" charset="-128"/>
                <a:cs typeface="ＭＳ Ｐゴシック" pitchFamily="-112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373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3745483" y="28309888"/>
            <a:ext cx="12742636" cy="215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80587" tIns="190298" rIns="380587" bIns="190298" numCol="1" anchor="t" anchorCtr="0" compatLnSpc="1">
            <a:prstTxWarp prst="textNoShape">
              <a:avLst/>
            </a:prstTxWarp>
          </a:bodyPr>
          <a:lstStyle>
            <a:lvl1pPr algn="ctr">
              <a:defRPr sz="6076">
                <a:latin typeface="Arial" pitchFamily="-112" charset="0"/>
                <a:ea typeface="ＭＳ Ｐゴシック" pitchFamily="-112" charset="-128"/>
                <a:cs typeface="ＭＳ Ｐゴシック" pitchFamily="-112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373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8833083" y="28309888"/>
            <a:ext cx="9389836" cy="215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80587" tIns="190298" rIns="380587" bIns="190298" numCol="1" anchor="t" anchorCtr="0" compatLnSpc="1">
            <a:prstTxWarp prst="textNoShape">
              <a:avLst/>
            </a:prstTxWarp>
          </a:bodyPr>
          <a:lstStyle>
            <a:lvl1pPr algn="r">
              <a:defRPr sz="6076"/>
            </a:lvl1pPr>
          </a:lstStyle>
          <a:p>
            <a:fld id="{F26917D2-28E3-4BEC-B982-DEF7F9D66E75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988030" rtl="0" eaLnBrk="0" fontAlgn="base" hangingPunct="0">
        <a:spcBef>
          <a:spcPct val="0"/>
        </a:spcBef>
        <a:spcAft>
          <a:spcPct val="0"/>
        </a:spcAft>
        <a:defRPr sz="19171">
          <a:solidFill>
            <a:schemeClr val="tx2"/>
          </a:solidFill>
          <a:latin typeface="+mj-lt"/>
          <a:ea typeface="ＭＳ Ｐゴシック" charset="-128"/>
          <a:cs typeface="ＭＳ Ｐゴシック" charset="-128"/>
        </a:defRPr>
      </a:lvl1pPr>
      <a:lvl2pPr algn="ctr" defTabSz="3988030" rtl="0" eaLnBrk="0" fontAlgn="base" hangingPunct="0">
        <a:spcBef>
          <a:spcPct val="0"/>
        </a:spcBef>
        <a:spcAft>
          <a:spcPct val="0"/>
        </a:spcAft>
        <a:defRPr sz="19171">
          <a:solidFill>
            <a:schemeClr val="tx2"/>
          </a:solidFill>
          <a:latin typeface="Arial" charset="0"/>
          <a:ea typeface="ＭＳ Ｐゴシック" charset="-128"/>
          <a:cs typeface="ＭＳ Ｐゴシック" charset="-128"/>
        </a:defRPr>
      </a:lvl2pPr>
      <a:lvl3pPr algn="ctr" defTabSz="3988030" rtl="0" eaLnBrk="0" fontAlgn="base" hangingPunct="0">
        <a:spcBef>
          <a:spcPct val="0"/>
        </a:spcBef>
        <a:spcAft>
          <a:spcPct val="0"/>
        </a:spcAft>
        <a:defRPr sz="19171">
          <a:solidFill>
            <a:schemeClr val="tx2"/>
          </a:solidFill>
          <a:latin typeface="Arial" charset="0"/>
          <a:ea typeface="ＭＳ Ｐゴシック" charset="-128"/>
          <a:cs typeface="ＭＳ Ｐゴシック" charset="-128"/>
        </a:defRPr>
      </a:lvl3pPr>
      <a:lvl4pPr algn="ctr" defTabSz="3988030" rtl="0" eaLnBrk="0" fontAlgn="base" hangingPunct="0">
        <a:spcBef>
          <a:spcPct val="0"/>
        </a:spcBef>
        <a:spcAft>
          <a:spcPct val="0"/>
        </a:spcAft>
        <a:defRPr sz="19171">
          <a:solidFill>
            <a:schemeClr val="tx2"/>
          </a:solidFill>
          <a:latin typeface="Arial" charset="0"/>
          <a:ea typeface="ＭＳ Ｐゴシック" charset="-128"/>
          <a:cs typeface="ＭＳ Ｐゴシック" charset="-128"/>
        </a:defRPr>
      </a:lvl4pPr>
      <a:lvl5pPr algn="ctr" defTabSz="3988030" rtl="0" eaLnBrk="0" fontAlgn="base" hangingPunct="0">
        <a:spcBef>
          <a:spcPct val="0"/>
        </a:spcBef>
        <a:spcAft>
          <a:spcPct val="0"/>
        </a:spcAft>
        <a:defRPr sz="19171">
          <a:solidFill>
            <a:schemeClr val="tx2"/>
          </a:solidFill>
          <a:latin typeface="Arial" charset="0"/>
          <a:ea typeface="ＭＳ Ｐゴシック" charset="-128"/>
          <a:cs typeface="ＭＳ Ｐゴシック" charset="-128"/>
        </a:defRPr>
      </a:lvl5pPr>
      <a:lvl6pPr marL="415452" algn="ctr" defTabSz="3988631" rtl="0" fontAlgn="base">
        <a:spcBef>
          <a:spcPct val="0"/>
        </a:spcBef>
        <a:spcAft>
          <a:spcPct val="0"/>
        </a:spcAft>
        <a:defRPr sz="19171">
          <a:solidFill>
            <a:schemeClr val="tx2"/>
          </a:solidFill>
          <a:latin typeface="Arial" charset="0"/>
        </a:defRPr>
      </a:lvl6pPr>
      <a:lvl7pPr marL="830905" algn="ctr" defTabSz="3988631" rtl="0" fontAlgn="base">
        <a:spcBef>
          <a:spcPct val="0"/>
        </a:spcBef>
        <a:spcAft>
          <a:spcPct val="0"/>
        </a:spcAft>
        <a:defRPr sz="19171">
          <a:solidFill>
            <a:schemeClr val="tx2"/>
          </a:solidFill>
          <a:latin typeface="Arial" charset="0"/>
        </a:defRPr>
      </a:lvl7pPr>
      <a:lvl8pPr marL="1246357" algn="ctr" defTabSz="3988631" rtl="0" fontAlgn="base">
        <a:spcBef>
          <a:spcPct val="0"/>
        </a:spcBef>
        <a:spcAft>
          <a:spcPct val="0"/>
        </a:spcAft>
        <a:defRPr sz="19171">
          <a:solidFill>
            <a:schemeClr val="tx2"/>
          </a:solidFill>
          <a:latin typeface="Arial" charset="0"/>
        </a:defRPr>
      </a:lvl8pPr>
      <a:lvl9pPr marL="1661809" algn="ctr" defTabSz="3988631" rtl="0" fontAlgn="base">
        <a:spcBef>
          <a:spcPct val="0"/>
        </a:spcBef>
        <a:spcAft>
          <a:spcPct val="0"/>
        </a:spcAft>
        <a:defRPr sz="19171">
          <a:solidFill>
            <a:schemeClr val="tx2"/>
          </a:solidFill>
          <a:latin typeface="Arial" charset="0"/>
        </a:defRPr>
      </a:lvl9pPr>
    </p:titleStyle>
    <p:bodyStyle>
      <a:lvl1pPr marL="1495096" indent="-1495096" algn="l" defTabSz="3988030" rtl="0" eaLnBrk="0" fontAlgn="base" hangingPunct="0">
        <a:spcBef>
          <a:spcPct val="20000"/>
        </a:spcBef>
        <a:spcAft>
          <a:spcPct val="0"/>
        </a:spcAft>
        <a:buChar char="•"/>
        <a:defRPr sz="14038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3239651" indent="-1245636" algn="l" defTabSz="3988030" rtl="0" eaLnBrk="0" fontAlgn="base" hangingPunct="0">
        <a:spcBef>
          <a:spcPct val="20000"/>
        </a:spcBef>
        <a:spcAft>
          <a:spcPct val="0"/>
        </a:spcAft>
        <a:buChar char="–"/>
        <a:defRPr sz="12152">
          <a:solidFill>
            <a:schemeClr val="tx1"/>
          </a:solidFill>
          <a:latin typeface="+mn-lt"/>
          <a:ea typeface="ＭＳ Ｐゴシック" charset="-128"/>
        </a:defRPr>
      </a:lvl2pPr>
      <a:lvl3pPr marL="4984206" indent="-996176" algn="l" defTabSz="3988030" rtl="0" eaLnBrk="0" fontAlgn="base" hangingPunct="0">
        <a:spcBef>
          <a:spcPct val="20000"/>
        </a:spcBef>
        <a:spcAft>
          <a:spcPct val="0"/>
        </a:spcAft>
        <a:buChar char="•"/>
        <a:defRPr sz="10476">
          <a:solidFill>
            <a:schemeClr val="tx1"/>
          </a:solidFill>
          <a:latin typeface="+mn-lt"/>
          <a:ea typeface="ＭＳ Ｐゴシック" charset="-128"/>
        </a:defRPr>
      </a:lvl3pPr>
      <a:lvl4pPr marL="6978221" indent="-996176" algn="l" defTabSz="3988030" rtl="0" eaLnBrk="0" fontAlgn="base" hangingPunct="0">
        <a:spcBef>
          <a:spcPct val="20000"/>
        </a:spcBef>
        <a:spcAft>
          <a:spcPct val="0"/>
        </a:spcAft>
        <a:buChar char="–"/>
        <a:defRPr sz="8695">
          <a:solidFill>
            <a:schemeClr val="tx1"/>
          </a:solidFill>
          <a:latin typeface="+mn-lt"/>
          <a:ea typeface="ＭＳ Ｐゴシック" charset="-128"/>
        </a:defRPr>
      </a:lvl4pPr>
      <a:lvl5pPr marL="8973899" indent="-996176" algn="l" defTabSz="3988030" rtl="0" eaLnBrk="0" fontAlgn="base" hangingPunct="0">
        <a:spcBef>
          <a:spcPct val="20000"/>
        </a:spcBef>
        <a:spcAft>
          <a:spcPct val="0"/>
        </a:spcAft>
        <a:buChar char="»"/>
        <a:defRPr sz="8695">
          <a:solidFill>
            <a:schemeClr val="tx1"/>
          </a:solidFill>
          <a:latin typeface="+mn-lt"/>
          <a:ea typeface="ＭＳ Ｐゴシック" charset="-128"/>
        </a:defRPr>
      </a:lvl5pPr>
      <a:lvl6pPr marL="9389510" indent="-996798" algn="l" defTabSz="3988631" rtl="0" fontAlgn="base">
        <a:spcBef>
          <a:spcPct val="20000"/>
        </a:spcBef>
        <a:spcAft>
          <a:spcPct val="0"/>
        </a:spcAft>
        <a:buChar char="»"/>
        <a:defRPr sz="8695">
          <a:solidFill>
            <a:schemeClr val="tx1"/>
          </a:solidFill>
          <a:latin typeface="+mn-lt"/>
          <a:ea typeface="ＭＳ Ｐゴシック" charset="-128"/>
        </a:defRPr>
      </a:lvl6pPr>
      <a:lvl7pPr marL="9804962" indent="-996798" algn="l" defTabSz="3988631" rtl="0" fontAlgn="base">
        <a:spcBef>
          <a:spcPct val="20000"/>
        </a:spcBef>
        <a:spcAft>
          <a:spcPct val="0"/>
        </a:spcAft>
        <a:buChar char="»"/>
        <a:defRPr sz="8695">
          <a:solidFill>
            <a:schemeClr val="tx1"/>
          </a:solidFill>
          <a:latin typeface="+mn-lt"/>
          <a:ea typeface="ＭＳ Ｐゴシック" charset="-128"/>
        </a:defRPr>
      </a:lvl7pPr>
      <a:lvl8pPr marL="10220415" indent="-996798" algn="l" defTabSz="3988631" rtl="0" fontAlgn="base">
        <a:spcBef>
          <a:spcPct val="20000"/>
        </a:spcBef>
        <a:spcAft>
          <a:spcPct val="0"/>
        </a:spcAft>
        <a:buChar char="»"/>
        <a:defRPr sz="8695">
          <a:solidFill>
            <a:schemeClr val="tx1"/>
          </a:solidFill>
          <a:latin typeface="+mn-lt"/>
          <a:ea typeface="ＭＳ Ｐゴシック" charset="-128"/>
        </a:defRPr>
      </a:lvl8pPr>
      <a:lvl9pPr marL="10635867" indent="-996798" algn="l" defTabSz="3988631" rtl="0" fontAlgn="base">
        <a:spcBef>
          <a:spcPct val="20000"/>
        </a:spcBef>
        <a:spcAft>
          <a:spcPct val="0"/>
        </a:spcAft>
        <a:buChar char="»"/>
        <a:defRPr sz="8695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15452" rtl="0" eaLnBrk="1" latinLnBrk="0" hangingPunct="1">
        <a:defRPr sz="1676" kern="1200">
          <a:solidFill>
            <a:schemeClr val="tx1"/>
          </a:solidFill>
          <a:latin typeface="+mn-lt"/>
          <a:ea typeface="+mn-ea"/>
          <a:cs typeface="+mn-cs"/>
        </a:defRPr>
      </a:lvl1pPr>
      <a:lvl2pPr marL="415452" algn="l" defTabSz="415452" rtl="0" eaLnBrk="1" latinLnBrk="0" hangingPunct="1">
        <a:defRPr sz="1676" kern="1200">
          <a:solidFill>
            <a:schemeClr val="tx1"/>
          </a:solidFill>
          <a:latin typeface="+mn-lt"/>
          <a:ea typeface="+mn-ea"/>
          <a:cs typeface="+mn-cs"/>
        </a:defRPr>
      </a:lvl2pPr>
      <a:lvl3pPr marL="830905" algn="l" defTabSz="415452" rtl="0" eaLnBrk="1" latinLnBrk="0" hangingPunct="1">
        <a:defRPr sz="1676" kern="1200">
          <a:solidFill>
            <a:schemeClr val="tx1"/>
          </a:solidFill>
          <a:latin typeface="+mn-lt"/>
          <a:ea typeface="+mn-ea"/>
          <a:cs typeface="+mn-cs"/>
        </a:defRPr>
      </a:lvl3pPr>
      <a:lvl4pPr marL="1246357" algn="l" defTabSz="415452" rtl="0" eaLnBrk="1" latinLnBrk="0" hangingPunct="1">
        <a:defRPr sz="1676" kern="1200">
          <a:solidFill>
            <a:schemeClr val="tx1"/>
          </a:solidFill>
          <a:latin typeface="+mn-lt"/>
          <a:ea typeface="+mn-ea"/>
          <a:cs typeface="+mn-cs"/>
        </a:defRPr>
      </a:lvl4pPr>
      <a:lvl5pPr marL="1661809" algn="l" defTabSz="415452" rtl="0" eaLnBrk="1" latinLnBrk="0" hangingPunct="1">
        <a:defRPr sz="1676" kern="1200">
          <a:solidFill>
            <a:schemeClr val="tx1"/>
          </a:solidFill>
          <a:latin typeface="+mn-lt"/>
          <a:ea typeface="+mn-ea"/>
          <a:cs typeface="+mn-cs"/>
        </a:defRPr>
      </a:lvl5pPr>
      <a:lvl6pPr marL="2077261" algn="l" defTabSz="415452" rtl="0" eaLnBrk="1" latinLnBrk="0" hangingPunct="1">
        <a:defRPr sz="1676" kern="1200">
          <a:solidFill>
            <a:schemeClr val="tx1"/>
          </a:solidFill>
          <a:latin typeface="+mn-lt"/>
          <a:ea typeface="+mn-ea"/>
          <a:cs typeface="+mn-cs"/>
        </a:defRPr>
      </a:lvl6pPr>
      <a:lvl7pPr marL="2492714" algn="l" defTabSz="415452" rtl="0" eaLnBrk="1" latinLnBrk="0" hangingPunct="1">
        <a:defRPr sz="1676" kern="1200">
          <a:solidFill>
            <a:schemeClr val="tx1"/>
          </a:solidFill>
          <a:latin typeface="+mn-lt"/>
          <a:ea typeface="+mn-ea"/>
          <a:cs typeface="+mn-cs"/>
        </a:defRPr>
      </a:lvl7pPr>
      <a:lvl8pPr marL="2908166" algn="l" defTabSz="415452" rtl="0" eaLnBrk="1" latinLnBrk="0" hangingPunct="1">
        <a:defRPr sz="1676" kern="1200">
          <a:solidFill>
            <a:schemeClr val="tx1"/>
          </a:solidFill>
          <a:latin typeface="+mn-lt"/>
          <a:ea typeface="+mn-ea"/>
          <a:cs typeface="+mn-cs"/>
        </a:defRPr>
      </a:lvl8pPr>
      <a:lvl9pPr marL="3323618" algn="l" defTabSz="415452" rtl="0" eaLnBrk="1" latinLnBrk="0" hangingPunct="1">
        <a:defRPr sz="167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png"/><Relationship Id="rId18" Type="http://schemas.openxmlformats.org/officeDocument/2006/relationships/image" Target="../media/image16.svg"/><Relationship Id="rId3" Type="http://schemas.openxmlformats.org/officeDocument/2006/relationships/image" Target="../media/image1.emf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sv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1B9D59-7830-F511-9FC6-5A8A1E27B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7" name="Rectangle 4">
            <a:extLst>
              <a:ext uri="{FF2B5EF4-FFF2-40B4-BE49-F238E27FC236}">
                <a16:creationId xmlns:a16="http://schemas.microsoft.com/office/drawing/2014/main" id="{FAF78C2A-6E01-6592-4CFE-F1876EF8A55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586495" y="626906"/>
            <a:ext cx="27040538" cy="2794000"/>
          </a:xfrm>
        </p:spPr>
        <p:txBody>
          <a:bodyPr/>
          <a:lstStyle/>
          <a:p>
            <a:pPr algn="l" eaLnBrk="1" hangingPunct="1"/>
            <a:r>
              <a:rPr lang="en-US" altLang="en-US" sz="7543" b="1" dirty="0">
                <a:ea typeface="ＭＳ Ｐゴシック" panose="020B0600070205080204" pitchFamily="34" charset="-128"/>
              </a:rPr>
              <a:t>A Unified Latent Space Item Response Model for Test Security Diagnostics</a:t>
            </a:r>
          </a:p>
        </p:txBody>
      </p:sp>
      <p:sp>
        <p:nvSpPr>
          <p:cNvPr id="15368" name="Text Box 127">
            <a:extLst>
              <a:ext uri="{FF2B5EF4-FFF2-40B4-BE49-F238E27FC236}">
                <a16:creationId xmlns:a16="http://schemas.microsoft.com/office/drawing/2014/main" id="{ACF8E0C0-3320-5B32-2BBA-E9B1E50694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617" y="4031085"/>
            <a:ext cx="28499857" cy="10027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83079" tIns="41537" rIns="83079" bIns="41537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5971" dirty="0">
                <a:latin typeface="+mj-lt"/>
              </a:rPr>
              <a:t>William </a:t>
            </a:r>
            <a:r>
              <a:rPr lang="en-US" altLang="en-US" sz="5971" dirty="0" err="1">
                <a:latin typeface="+mj-lt"/>
              </a:rPr>
              <a:t>Muntean</a:t>
            </a:r>
            <a:r>
              <a:rPr lang="en-US" altLang="en-US" sz="5971" dirty="0">
                <a:latin typeface="+mj-lt"/>
              </a:rPr>
              <a:t>, PhD; </a:t>
            </a:r>
            <a:r>
              <a:rPr lang="en-US" altLang="en-US" sz="5971" dirty="0" err="1">
                <a:latin typeface="+mj-lt"/>
              </a:rPr>
              <a:t>Zhuoran</a:t>
            </a:r>
            <a:r>
              <a:rPr lang="en-US" altLang="en-US" sz="5971" dirty="0">
                <a:latin typeface="+mj-lt"/>
              </a:rPr>
              <a:t> Wang, PhD; and Joseph Betts, PhD, </a:t>
            </a:r>
            <a:r>
              <a:rPr lang="en-US" altLang="en-US" sz="5971" dirty="0" err="1">
                <a:latin typeface="+mj-lt"/>
              </a:rPr>
              <a:t>EdS</a:t>
            </a:r>
            <a:r>
              <a:rPr lang="en-US" altLang="en-US" sz="5971" dirty="0">
                <a:latin typeface="+mj-lt"/>
              </a:rPr>
              <a:t>, MMIS</a:t>
            </a:r>
            <a:endParaRPr lang="en-US" altLang="en-US" sz="6495" baseline="30000" dirty="0">
              <a:latin typeface="+mj-lt"/>
            </a:endParaRPr>
          </a:p>
        </p:txBody>
      </p:sp>
      <p:sp>
        <p:nvSpPr>
          <p:cNvPr id="15369" name="Line 128">
            <a:extLst>
              <a:ext uri="{FF2B5EF4-FFF2-40B4-BE49-F238E27FC236}">
                <a16:creationId xmlns:a16="http://schemas.microsoft.com/office/drawing/2014/main" id="{ACB6E85D-D774-E01C-4F73-9D6AF7E32816}"/>
              </a:ext>
            </a:extLst>
          </p:cNvPr>
          <p:cNvSpPr>
            <a:spLocks noChangeShapeType="1"/>
          </p:cNvSpPr>
          <p:nvPr/>
        </p:nvSpPr>
        <p:spPr bwMode="auto">
          <a:xfrm>
            <a:off x="827618" y="3575308"/>
            <a:ext cx="26478258" cy="0"/>
          </a:xfrm>
          <a:prstGeom prst="line">
            <a:avLst/>
          </a:prstGeom>
          <a:noFill/>
          <a:ln w="76200" cmpd="tri">
            <a:solidFill>
              <a:srgbClr val="00759A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83092" tIns="41546" rIns="83092" bIns="41546"/>
          <a:lstStyle/>
          <a:p>
            <a:endParaRPr lang="en-US" sz="1815" dirty="0"/>
          </a:p>
        </p:txBody>
      </p:sp>
      <p:sp>
        <p:nvSpPr>
          <p:cNvPr id="15370" name="Text Box 130">
            <a:extLst>
              <a:ext uri="{FF2B5EF4-FFF2-40B4-BE49-F238E27FC236}">
                <a16:creationId xmlns:a16="http://schemas.microsoft.com/office/drawing/2014/main" id="{9334ACD6-876F-8922-6820-140615C5C5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736" y="29848572"/>
            <a:ext cx="14147327" cy="6378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83079" tIns="41537" rIns="83079" bIns="41537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3600" b="1" dirty="0">
                <a:latin typeface="+mj-lt"/>
              </a:rPr>
              <a:t>Contact</a:t>
            </a:r>
            <a:r>
              <a:rPr lang="en-US" altLang="en-US" sz="3600" b="1">
                <a:latin typeface="+mj-lt"/>
              </a:rPr>
              <a:t>: </a:t>
            </a:r>
            <a:r>
              <a:rPr lang="en-US" altLang="en-US" sz="3600">
                <a:latin typeface="+mj-lt"/>
              </a:rPr>
              <a:t>William </a:t>
            </a:r>
            <a:r>
              <a:rPr lang="en-US" altLang="en-US" sz="3600" dirty="0" err="1">
                <a:latin typeface="+mj-lt"/>
              </a:rPr>
              <a:t>Muntean</a:t>
            </a:r>
            <a:r>
              <a:rPr lang="en-US" altLang="en-US" sz="3600" dirty="0">
                <a:latin typeface="+mj-lt"/>
              </a:rPr>
              <a:t>, PhD, </a:t>
            </a:r>
            <a:r>
              <a:rPr lang="en-US" altLang="en-US" sz="3600" dirty="0" err="1">
                <a:latin typeface="+mj-lt"/>
              </a:rPr>
              <a:t>wmuntean@ncsbn.org</a:t>
            </a:r>
            <a:endParaRPr lang="en-US" altLang="en-US" sz="3600" dirty="0">
              <a:latin typeface="+mj-lt"/>
            </a:endParaRPr>
          </a:p>
        </p:txBody>
      </p:sp>
      <p:sp>
        <p:nvSpPr>
          <p:cNvPr id="121" name="Rectangle 5">
            <a:extLst>
              <a:ext uri="{FF2B5EF4-FFF2-40B4-BE49-F238E27FC236}">
                <a16:creationId xmlns:a16="http://schemas.microsoft.com/office/drawing/2014/main" id="{A6CFA899-234F-885F-3636-EAE00CF292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04799" y="6026250"/>
            <a:ext cx="10578041" cy="23400913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lIns="83066" tIns="41529" rIns="83066" bIns="41529" anchor="ctr"/>
          <a:lstStyle>
            <a:lvl1pPr defTabSz="380682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defTabSz="380682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endParaRPr lang="en-US" altLang="en-US" sz="7857"/>
          </a:p>
        </p:txBody>
      </p:sp>
      <p:sp>
        <p:nvSpPr>
          <p:cNvPr id="123" name="Rectangle 519">
            <a:extLst>
              <a:ext uri="{FF2B5EF4-FFF2-40B4-BE49-F238E27FC236}">
                <a16:creationId xmlns:a16="http://schemas.microsoft.com/office/drawing/2014/main" id="{356C6D99-5E34-066A-20AE-0626B85799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04799" y="5637526"/>
            <a:ext cx="10574102" cy="657140"/>
          </a:xfrm>
          <a:prstGeom prst="rect">
            <a:avLst/>
          </a:prstGeom>
          <a:solidFill>
            <a:srgbClr val="00759A"/>
          </a:solidFill>
          <a:ln w="57150">
            <a:noFill/>
            <a:miter lim="800000"/>
            <a:headEnd/>
            <a:tailEnd/>
          </a:ln>
        </p:spPr>
        <p:txBody>
          <a:bodyPr wrap="none" lIns="83092" tIns="41546" rIns="83092" bIns="41546"/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3667" b="1" dirty="0">
                <a:solidFill>
                  <a:schemeClr val="bg1"/>
                </a:solidFill>
              </a:rPr>
              <a:t>Unified-LS Separate Gamma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6CE2C0F-7D88-7862-B984-FCB8AD1A7655}"/>
              </a:ext>
            </a:extLst>
          </p:cNvPr>
          <p:cNvGrpSpPr/>
          <p:nvPr/>
        </p:nvGrpSpPr>
        <p:grpSpPr>
          <a:xfrm>
            <a:off x="801161" y="12757001"/>
            <a:ext cx="16521352" cy="4126908"/>
            <a:chOff x="756515" y="12757001"/>
            <a:chExt cx="16521352" cy="4126908"/>
          </a:xfrm>
        </p:grpSpPr>
        <p:sp>
          <p:nvSpPr>
            <p:cNvPr id="54" name="Rectangle 5">
              <a:extLst>
                <a:ext uri="{FF2B5EF4-FFF2-40B4-BE49-F238E27FC236}">
                  <a16:creationId xmlns:a16="http://schemas.microsoft.com/office/drawing/2014/main" id="{D664D5B1-DF42-F4E0-EC7F-E5B4C4EB96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6515" y="13111251"/>
              <a:ext cx="16521352" cy="3772658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wrap="none" lIns="83066" tIns="41529" rIns="83066" bIns="41529" anchor="ctr"/>
            <a:lstStyle>
              <a:lvl1pPr defTabSz="3806825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defTabSz="3806825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/>
              <a:endParaRPr lang="en-US" altLang="en-US" sz="7857" dirty="0"/>
            </a:p>
          </p:txBody>
        </p:sp>
        <p:sp>
          <p:nvSpPr>
            <p:cNvPr id="52" name="Rectangle 519">
              <a:extLst>
                <a:ext uri="{FF2B5EF4-FFF2-40B4-BE49-F238E27FC236}">
                  <a16:creationId xmlns:a16="http://schemas.microsoft.com/office/drawing/2014/main" id="{0A07E895-D6D9-D8EB-0F5A-22D213ACD7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6515" y="12757001"/>
              <a:ext cx="16521352" cy="665238"/>
            </a:xfrm>
            <a:prstGeom prst="rect">
              <a:avLst/>
            </a:prstGeom>
            <a:solidFill>
              <a:srgbClr val="00759A"/>
            </a:solidFill>
            <a:ln w="57150">
              <a:noFill/>
              <a:miter lim="800000"/>
              <a:headEnd/>
              <a:tailEnd/>
            </a:ln>
          </p:spPr>
          <p:txBody>
            <a:bodyPr wrap="none" lIns="83092" tIns="41546" rIns="83092" bIns="41546"/>
            <a:lstStyle>
              <a:lvl1pPr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r>
                <a:rPr lang="en-US" altLang="en-US" sz="3667" b="1" dirty="0">
                  <a:solidFill>
                    <a:schemeClr val="bg1"/>
                  </a:solidFill>
                </a:rPr>
                <a:t>Unifying Modalities</a:t>
              </a:r>
            </a:p>
            <a:p>
              <a:pPr algn="ctr"/>
              <a:endParaRPr lang="en-US" altLang="en-US" sz="3667" b="1" dirty="0">
                <a:solidFill>
                  <a:schemeClr val="bg1"/>
                </a:solidFill>
              </a:endParaRPr>
            </a:p>
          </p:txBody>
        </p:sp>
        <p:sp>
          <p:nvSpPr>
            <p:cNvPr id="214" name="TextBox 213">
              <a:extLst>
                <a:ext uri="{FF2B5EF4-FFF2-40B4-BE49-F238E27FC236}">
                  <a16:creationId xmlns:a16="http://schemas.microsoft.com/office/drawing/2014/main" id="{9F52DCAC-5200-42B3-84D1-904580C9C2A0}"/>
                </a:ext>
              </a:extLst>
            </p:cNvPr>
            <p:cNvSpPr txBox="1"/>
            <p:nvPr/>
          </p:nvSpPr>
          <p:spPr>
            <a:xfrm>
              <a:off x="848288" y="13681197"/>
              <a:ext cx="16429579" cy="28623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99352" indent="-299352">
                <a:buFont typeface="Wingdings" panose="05000000000000000000" pitchFamily="2" charset="2"/>
                <a:buChar char="§"/>
              </a:pPr>
              <a:r>
                <a:rPr lang="en-US" sz="3000" b="1" dirty="0">
                  <a:latin typeface="+mj-lt"/>
                  <a:cs typeface="Times New Roman" panose="02020603050405020304" pitchFamily="18" charset="0"/>
                </a:rPr>
                <a:t>Item Responses</a:t>
              </a:r>
              <a:r>
                <a:rPr lang="en-US" sz="3000" dirty="0">
                  <a:latin typeface="+mj-lt"/>
                  <a:cs typeface="Times New Roman" panose="02020603050405020304" pitchFamily="18" charset="0"/>
                </a:rPr>
                <a:t>: Modeled using the Rasch Partial Credit Model (PCM), person abilities are anchored on known scale.</a:t>
              </a:r>
            </a:p>
            <a:p>
              <a:pPr marL="299352" indent="-299352">
                <a:buFont typeface="Wingdings" panose="05000000000000000000" pitchFamily="2" charset="2"/>
                <a:buChar char="§"/>
              </a:pPr>
              <a:r>
                <a:rPr lang="en-US" sz="3000" b="1" dirty="0">
                  <a:latin typeface="+mj-lt"/>
                  <a:cs typeface="Times New Roman" panose="02020603050405020304" pitchFamily="18" charset="0"/>
                </a:rPr>
                <a:t>Response Times</a:t>
              </a:r>
              <a:r>
                <a:rPr lang="en-US" sz="3000" dirty="0">
                  <a:latin typeface="+mj-lt"/>
                  <a:cs typeface="Times New Roman" panose="02020603050405020304" pitchFamily="18" charset="0"/>
                </a:rPr>
                <a:t>: Modeled with a Log-Normal Response Time (LNRT) model, capturing the characteristic speed of persons and time intensity of items.</a:t>
              </a:r>
            </a:p>
            <a:p>
              <a:pPr marL="299352" indent="-299352">
                <a:buFont typeface="Wingdings" panose="05000000000000000000" pitchFamily="2" charset="2"/>
                <a:buChar char="§"/>
              </a:pPr>
              <a:r>
                <a:rPr lang="en-US" sz="3000" b="1" dirty="0">
                  <a:latin typeface="+mj-lt"/>
                  <a:cs typeface="Times New Roman" panose="02020603050405020304" pitchFamily="18" charset="0"/>
                </a:rPr>
                <a:t>Process Data</a:t>
              </a:r>
              <a:r>
                <a:rPr lang="en-US" sz="3000" dirty="0">
                  <a:latin typeface="+mj-lt"/>
                  <a:cs typeface="Times New Roman" panose="02020603050405020304" pitchFamily="18" charset="0"/>
                </a:rPr>
                <a:t>: Interaction counts (e.g., answer changes) are modeled via a Zero-Inflated Negative Binomial (ZINB) model to handle sparse and </a:t>
              </a:r>
              <a:r>
                <a:rPr lang="en-US" sz="3000" dirty="0" err="1">
                  <a:latin typeface="+mj-lt"/>
                  <a:cs typeface="Times New Roman" panose="02020603050405020304" pitchFamily="18" charset="0"/>
                </a:rPr>
                <a:t>overdispersed</a:t>
              </a:r>
              <a:r>
                <a:rPr lang="en-US" sz="3000" dirty="0">
                  <a:latin typeface="+mj-lt"/>
                  <a:cs typeface="Times New Roman" panose="02020603050405020304" pitchFamily="18" charset="0"/>
                </a:rPr>
                <a:t> data.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CED60611-EB4D-25B6-6142-296A27D45197}"/>
              </a:ext>
            </a:extLst>
          </p:cNvPr>
          <p:cNvGrpSpPr/>
          <p:nvPr/>
        </p:nvGrpSpPr>
        <p:grpSpPr>
          <a:xfrm>
            <a:off x="9254342" y="5634771"/>
            <a:ext cx="8068171" cy="6710556"/>
            <a:chOff x="9254342" y="5634771"/>
            <a:chExt cx="8068171" cy="6710556"/>
          </a:xfrm>
        </p:grpSpPr>
        <p:sp>
          <p:nvSpPr>
            <p:cNvPr id="158" name="Rectangle 5">
              <a:extLst>
                <a:ext uri="{FF2B5EF4-FFF2-40B4-BE49-F238E27FC236}">
                  <a16:creationId xmlns:a16="http://schemas.microsoft.com/office/drawing/2014/main" id="{E4BBF51F-8544-EB2F-3DA9-A668DD9C05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54342" y="5967390"/>
              <a:ext cx="8068171" cy="6377937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wrap="none" lIns="83066" tIns="41529" rIns="83066" bIns="41529" anchor="ctr"/>
            <a:lstStyle>
              <a:lvl1pPr defTabSz="3806825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defTabSz="3806825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/>
              <a:endParaRPr lang="en-US" altLang="en-US" sz="7857" dirty="0"/>
            </a:p>
          </p:txBody>
        </p: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F04DC16C-7A83-DC17-FFD6-A9C9D74B5393}"/>
                </a:ext>
              </a:extLst>
            </p:cNvPr>
            <p:cNvSpPr txBox="1"/>
            <p:nvPr/>
          </p:nvSpPr>
          <p:spPr>
            <a:xfrm>
              <a:off x="9547716" y="6496584"/>
              <a:ext cx="7730152" cy="56323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99352" indent="-299352">
                <a:buFont typeface="Wingdings" panose="05000000000000000000" pitchFamily="2" charset="2"/>
                <a:buChar char="§"/>
              </a:pPr>
              <a:r>
                <a:rPr lang="en-US" sz="3000" dirty="0">
                  <a:latin typeface="+mj-lt"/>
                  <a:cs typeface="Times New Roman" panose="02020603050405020304" pitchFamily="18" charset="0"/>
                </a:rPr>
                <a:t>We introduce a novel latent space item response model that unifies these multi-modal data streams into a single, cohesive framework.</a:t>
              </a:r>
            </a:p>
            <a:p>
              <a:pPr marL="299352" indent="-299352">
                <a:buFont typeface="Wingdings" panose="05000000000000000000" pitchFamily="2" charset="2"/>
                <a:buChar char="§"/>
              </a:pPr>
              <a:r>
                <a:rPr lang="en-US" sz="3000" dirty="0">
                  <a:latin typeface="+mj-lt"/>
                  <a:cs typeface="Times New Roman" panose="02020603050405020304" pitchFamily="18" charset="0"/>
                </a:rPr>
                <a:t>The model positions both persons and items in a shared geometric space, allowing for a holistic view of examinee behavior.</a:t>
              </a:r>
            </a:p>
            <a:p>
              <a:pPr marL="299352" indent="-299352">
                <a:buFont typeface="Wingdings" panose="05000000000000000000" pitchFamily="2" charset="2"/>
                <a:buChar char="§"/>
              </a:pPr>
              <a:r>
                <a:rPr lang="en-US" sz="3000" dirty="0">
                  <a:latin typeface="+mj-lt"/>
                  <a:cs typeface="Times New Roman" panose="02020603050405020304" pitchFamily="18" charset="0"/>
                </a:rPr>
                <a:t>This integrated approach is specifically designed to uncover subtle person-by-item interactions, which serve as powerful diagnostic indicators of item compromise.</a:t>
              </a:r>
            </a:p>
          </p:txBody>
        </p:sp>
        <p:sp>
          <p:nvSpPr>
            <p:cNvPr id="92" name="Rectangle 519">
              <a:extLst>
                <a:ext uri="{FF2B5EF4-FFF2-40B4-BE49-F238E27FC236}">
                  <a16:creationId xmlns:a16="http://schemas.microsoft.com/office/drawing/2014/main" id="{2945BF56-ECC0-EB59-106F-CF4D858FBE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65654" y="5634771"/>
              <a:ext cx="8040601" cy="665238"/>
            </a:xfrm>
            <a:prstGeom prst="rect">
              <a:avLst/>
            </a:prstGeom>
            <a:solidFill>
              <a:srgbClr val="00759A"/>
            </a:solidFill>
            <a:ln w="57150">
              <a:noFill/>
              <a:miter lim="800000"/>
              <a:headEnd/>
              <a:tailEnd/>
            </a:ln>
          </p:spPr>
          <p:txBody>
            <a:bodyPr wrap="none" lIns="83092" tIns="41546" rIns="83092" bIns="41546"/>
            <a:lstStyle>
              <a:lvl1pPr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r>
                <a:rPr lang="en-US" altLang="en-US" sz="3667" b="1" dirty="0">
                  <a:solidFill>
                    <a:schemeClr val="bg1"/>
                  </a:solidFill>
                </a:rPr>
                <a:t> Unified Latent Space Framework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8CF8B48B-3F8B-3D60-40D6-05F94F1117D0}"/>
              </a:ext>
            </a:extLst>
          </p:cNvPr>
          <p:cNvGrpSpPr/>
          <p:nvPr/>
        </p:nvGrpSpPr>
        <p:grpSpPr>
          <a:xfrm>
            <a:off x="801161" y="5637526"/>
            <a:ext cx="8184294" cy="6712504"/>
            <a:chOff x="754792" y="5637525"/>
            <a:chExt cx="8184294" cy="6712504"/>
          </a:xfrm>
        </p:grpSpPr>
        <p:sp>
          <p:nvSpPr>
            <p:cNvPr id="112" name="Rectangle 5">
              <a:extLst>
                <a:ext uri="{FF2B5EF4-FFF2-40B4-BE49-F238E27FC236}">
                  <a16:creationId xmlns:a16="http://schemas.microsoft.com/office/drawing/2014/main" id="{A6279403-4B01-584B-DCE2-396E0C7457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4792" y="6040766"/>
              <a:ext cx="8184294" cy="6309263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>
              <a:solidFill>
                <a:schemeClr val="bg2">
                  <a:lumMod val="60000"/>
                  <a:lumOff val="40000"/>
                  <a:alpha val="0"/>
                </a:schemeClr>
              </a:solidFill>
              <a:miter lim="800000"/>
              <a:headEnd/>
              <a:tailEnd/>
            </a:ln>
          </p:spPr>
          <p:txBody>
            <a:bodyPr wrap="none" lIns="83066" tIns="41529" rIns="83066" bIns="41529" anchor="ctr"/>
            <a:lstStyle>
              <a:lvl1pPr defTabSz="3806825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defTabSz="3806825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/>
              <a:endParaRPr lang="en-US" altLang="en-US" sz="7857" dirty="0"/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9EF4F02B-265E-0238-2A53-094B39F7C59A}"/>
                </a:ext>
              </a:extLst>
            </p:cNvPr>
            <p:cNvSpPr txBox="1"/>
            <p:nvPr/>
          </p:nvSpPr>
          <p:spPr>
            <a:xfrm>
              <a:off x="957345" y="6434266"/>
              <a:ext cx="7722085" cy="51706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99352" indent="-299352">
                <a:buFont typeface="Wingdings" panose="05000000000000000000" pitchFamily="2" charset="2"/>
                <a:buChar char="§"/>
              </a:pPr>
              <a:r>
                <a:rPr lang="en-US" sz="3000" dirty="0">
                  <a:latin typeface="+mj-lt"/>
                  <a:cs typeface="Times New Roman" panose="02020603050405020304" pitchFamily="18" charset="0"/>
                </a:rPr>
                <a:t>The integrity of high-stakes assessments is threatened by security breaches like item pre-knowledge and leakage.</a:t>
              </a:r>
            </a:p>
            <a:p>
              <a:pPr marL="299352" indent="-299352">
                <a:buFont typeface="Wingdings" panose="05000000000000000000" pitchFamily="2" charset="2"/>
                <a:buChar char="§"/>
              </a:pPr>
              <a:r>
                <a:rPr lang="en-US" sz="3000" dirty="0">
                  <a:latin typeface="+mj-lt"/>
                  <a:cs typeface="Times New Roman" panose="02020603050405020304" pitchFamily="18" charset="0"/>
                </a:rPr>
                <a:t>Traditional detection methods are often siloed, analyzing item responses, response times, and computer-interaction data in isolation.</a:t>
              </a:r>
            </a:p>
            <a:p>
              <a:pPr marL="299352" indent="-299352">
                <a:buFont typeface="Wingdings" panose="05000000000000000000" pitchFamily="2" charset="2"/>
                <a:buChar char="§"/>
              </a:pPr>
              <a:r>
                <a:rPr lang="en-US" sz="3000" dirty="0">
                  <a:latin typeface="+mj-lt"/>
                  <a:cs typeface="Times New Roman" panose="02020603050405020304" pitchFamily="18" charset="0"/>
                </a:rPr>
                <a:t>This siloed approach creates critical blind spots, as it fails to capture complex behavioral patterns that span across these multiple data streams</a:t>
              </a:r>
            </a:p>
          </p:txBody>
        </p:sp>
        <p:sp>
          <p:nvSpPr>
            <p:cNvPr id="93" name="Rectangle 519">
              <a:extLst>
                <a:ext uri="{FF2B5EF4-FFF2-40B4-BE49-F238E27FC236}">
                  <a16:creationId xmlns:a16="http://schemas.microsoft.com/office/drawing/2014/main" id="{53C0F3E2-01A5-B83B-04A4-4178A4A402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4792" y="5637525"/>
              <a:ext cx="8184294" cy="673644"/>
            </a:xfrm>
            <a:prstGeom prst="rect">
              <a:avLst/>
            </a:prstGeom>
            <a:solidFill>
              <a:srgbClr val="00759A"/>
            </a:solidFill>
            <a:ln w="57150">
              <a:noFill/>
              <a:miter lim="800000"/>
              <a:headEnd/>
              <a:tailEnd/>
            </a:ln>
          </p:spPr>
          <p:txBody>
            <a:bodyPr wrap="none" lIns="83092" tIns="41546" rIns="83092" bIns="41546"/>
            <a:lstStyle>
              <a:lvl1pPr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r>
                <a:rPr lang="en-US" altLang="en-US" sz="3667" b="1" dirty="0">
                  <a:solidFill>
                    <a:schemeClr val="bg1"/>
                  </a:solidFill>
                </a:rPr>
                <a:t>Multi-Modal Siloes</a:t>
              </a:r>
            </a:p>
          </p:txBody>
        </p:sp>
      </p:grpSp>
      <p:sp>
        <p:nvSpPr>
          <p:cNvPr id="106" name="TextBox 105">
            <a:extLst>
              <a:ext uri="{FF2B5EF4-FFF2-40B4-BE49-F238E27FC236}">
                <a16:creationId xmlns:a16="http://schemas.microsoft.com/office/drawing/2014/main" id="{EDDAF58B-5B51-55B9-94CA-C3D106399C89}"/>
              </a:ext>
            </a:extLst>
          </p:cNvPr>
          <p:cNvSpPr txBox="1"/>
          <p:nvPr/>
        </p:nvSpPr>
        <p:spPr>
          <a:xfrm>
            <a:off x="18290821" y="27494173"/>
            <a:ext cx="970273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99352" indent="-299352">
              <a:buFont typeface="Wingdings" panose="05000000000000000000" pitchFamily="2" charset="2"/>
              <a:buChar char="§"/>
            </a:pPr>
            <a:r>
              <a:rPr lang="en-US" sz="3000" dirty="0">
                <a:latin typeface="+mj-lt"/>
                <a:cs typeface="Times New Roman" panose="02020603050405020304" pitchFamily="18" charset="0"/>
              </a:rPr>
              <a:t>3-gamma LS is highly congruent with the RT-only space, indicates they provide the most salient signal of local item dependencies.</a:t>
            </a:r>
          </a:p>
        </p:txBody>
      </p:sp>
      <p:sp>
        <p:nvSpPr>
          <p:cNvPr id="109" name="Rectangle 5">
            <a:extLst>
              <a:ext uri="{FF2B5EF4-FFF2-40B4-BE49-F238E27FC236}">
                <a16:creationId xmlns:a16="http://schemas.microsoft.com/office/drawing/2014/main" id="{7B14C810-C9C7-BCB3-7080-F6B760B679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069064" y="6040766"/>
            <a:ext cx="10578041" cy="23400913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lIns="83066" tIns="41529" rIns="83066" bIns="41529" anchor="ctr"/>
          <a:lstStyle>
            <a:lvl1pPr defTabSz="380682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defTabSz="380682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endParaRPr lang="en-US" altLang="en-US" sz="7857"/>
          </a:p>
        </p:txBody>
      </p:sp>
      <p:sp>
        <p:nvSpPr>
          <p:cNvPr id="114" name="Rectangle 519">
            <a:extLst>
              <a:ext uri="{FF2B5EF4-FFF2-40B4-BE49-F238E27FC236}">
                <a16:creationId xmlns:a16="http://schemas.microsoft.com/office/drawing/2014/main" id="{84189BBD-331C-EC0B-7B1B-0252F3F8A5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077445" y="5629427"/>
            <a:ext cx="10578041" cy="673644"/>
          </a:xfrm>
          <a:prstGeom prst="rect">
            <a:avLst/>
          </a:prstGeom>
          <a:solidFill>
            <a:srgbClr val="00759A"/>
          </a:solidFill>
          <a:ln w="57150">
            <a:noFill/>
            <a:miter lim="800000"/>
            <a:headEnd/>
            <a:tailEnd/>
          </a:ln>
        </p:spPr>
        <p:txBody>
          <a:bodyPr wrap="none" lIns="83092" tIns="41546" rIns="83092" bIns="41546"/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3667" b="1" dirty="0">
                <a:solidFill>
                  <a:schemeClr val="bg1"/>
                </a:solidFill>
              </a:rPr>
              <a:t>Unified-LS Single Gamma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53C547BF-2F4E-DFB0-8417-7B431EAB8B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10176" y="957942"/>
            <a:ext cx="6836929" cy="1682937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1E98997F-4E95-1F15-1992-19511BACEE28}"/>
              </a:ext>
            </a:extLst>
          </p:cNvPr>
          <p:cNvGrpSpPr/>
          <p:nvPr/>
        </p:nvGrpSpPr>
        <p:grpSpPr>
          <a:xfrm>
            <a:off x="801835" y="17348440"/>
            <a:ext cx="16520678" cy="4601544"/>
            <a:chOff x="757190" y="17348440"/>
            <a:chExt cx="16520678" cy="4601544"/>
          </a:xfrm>
        </p:grpSpPr>
        <p:sp>
          <p:nvSpPr>
            <p:cNvPr id="14" name="Rectangle 5">
              <a:extLst>
                <a:ext uri="{FF2B5EF4-FFF2-40B4-BE49-F238E27FC236}">
                  <a16:creationId xmlns:a16="http://schemas.microsoft.com/office/drawing/2014/main" id="{8B8482C6-6C60-AAFE-4F3C-1302A78D66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7192" y="17653632"/>
              <a:ext cx="16520676" cy="4296352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wrap="none" lIns="83066" tIns="41529" rIns="83066" bIns="41529" anchor="ctr"/>
            <a:lstStyle>
              <a:lvl1pPr defTabSz="3806825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defTabSz="3806825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/>
              <a:endParaRPr lang="en-US" altLang="en-US" sz="7857" dirty="0"/>
            </a:p>
          </p:txBody>
        </p:sp>
        <p:sp>
          <p:nvSpPr>
            <p:cNvPr id="38" name="Rectangle 519">
              <a:extLst>
                <a:ext uri="{FF2B5EF4-FFF2-40B4-BE49-F238E27FC236}">
                  <a16:creationId xmlns:a16="http://schemas.microsoft.com/office/drawing/2014/main" id="{670E328A-B8F6-6DC3-C10F-8573DA97B7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7190" y="17348440"/>
              <a:ext cx="16520677" cy="692791"/>
            </a:xfrm>
            <a:prstGeom prst="rect">
              <a:avLst/>
            </a:prstGeom>
            <a:solidFill>
              <a:srgbClr val="00759A"/>
            </a:solidFill>
            <a:ln w="57150">
              <a:noFill/>
              <a:miter lim="800000"/>
              <a:headEnd/>
              <a:tailEnd/>
            </a:ln>
          </p:spPr>
          <p:txBody>
            <a:bodyPr wrap="none" lIns="83092" tIns="41546" rIns="83092" bIns="41546"/>
            <a:lstStyle>
              <a:lvl1pPr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sz="3667" b="1" dirty="0">
                  <a:solidFill>
                    <a:schemeClr val="bg1"/>
                  </a:solidFill>
                </a:rPr>
                <a:t>Modeling Framework</a:t>
              </a:r>
            </a:p>
          </p:txBody>
        </p:sp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BABB1B67-0F45-1879-E8CC-D09C87D50B9C}"/>
                </a:ext>
              </a:extLst>
            </p:cNvPr>
            <p:cNvGrpSpPr/>
            <p:nvPr/>
          </p:nvGrpSpPr>
          <p:grpSpPr>
            <a:xfrm>
              <a:off x="7995236" y="19906153"/>
              <a:ext cx="2195804" cy="1182157"/>
              <a:chOff x="7995236" y="19688508"/>
              <a:chExt cx="2195804" cy="1182157"/>
            </a:xfrm>
          </p:grpSpPr>
          <p:sp>
            <p:nvSpPr>
              <p:cNvPr id="51" name="Rectangle 519">
                <a:extLst>
                  <a:ext uri="{FF2B5EF4-FFF2-40B4-BE49-F238E27FC236}">
                    <a16:creationId xmlns:a16="http://schemas.microsoft.com/office/drawing/2014/main" id="{13014BAD-BCBD-F22C-AAFF-B943AB9141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995236" y="19688508"/>
                <a:ext cx="2195804" cy="44466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83092" tIns="41546" rIns="83092" bIns="41546" anchor="ctr"/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spcBef>
                    <a:spcPts val="0"/>
                  </a:spcBef>
                </a:pPr>
                <a:r>
                  <a:rPr lang="en-US" altLang="en-US" sz="2514" dirty="0"/>
                  <a:t>True</a:t>
                </a:r>
              </a:p>
            </p:txBody>
          </p:sp>
          <p:sp>
            <p:nvSpPr>
              <p:cNvPr id="53" name="Rectangle 519">
                <a:extLst>
                  <a:ext uri="{FF2B5EF4-FFF2-40B4-BE49-F238E27FC236}">
                    <a16:creationId xmlns:a16="http://schemas.microsoft.com/office/drawing/2014/main" id="{C0D745B5-335E-1704-E126-945A06ADE1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995236" y="20426005"/>
                <a:ext cx="2195804" cy="44466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83092" tIns="41546" rIns="83092" bIns="41546" anchor="ctr"/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spcBef>
                    <a:spcPts val="0"/>
                  </a:spcBef>
                </a:pPr>
                <a:r>
                  <a:rPr lang="en-US" altLang="en-US" sz="2514" dirty="0"/>
                  <a:t>False</a:t>
                </a:r>
              </a:p>
            </p:txBody>
          </p:sp>
        </p:grpSp>
        <p:sp>
          <p:nvSpPr>
            <p:cNvPr id="55" name="Rectangle 519">
              <a:extLst>
                <a:ext uri="{FF2B5EF4-FFF2-40B4-BE49-F238E27FC236}">
                  <a16:creationId xmlns:a16="http://schemas.microsoft.com/office/drawing/2014/main" id="{12F30907-F0F5-9CBB-CA04-C64A1F37CA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6521" y="18183246"/>
              <a:ext cx="3707632" cy="808806"/>
            </a:xfrm>
            <a:prstGeom prst="chevron">
              <a:avLst/>
            </a:prstGeom>
            <a:solidFill>
              <a:srgbClr val="00759A"/>
            </a:solidFill>
            <a:ln w="28575">
              <a:solidFill>
                <a:srgbClr val="D3EBED"/>
              </a:solidFill>
              <a:miter lim="800000"/>
              <a:headEnd/>
              <a:tailEnd/>
            </a:ln>
          </p:spPr>
          <p:txBody>
            <a:bodyPr wrap="none" lIns="83092" tIns="41546" rIns="83092" bIns="41546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sz="2514" dirty="0">
                  <a:solidFill>
                    <a:schemeClr val="bg1"/>
                  </a:solidFill>
                </a:rPr>
                <a:t>Observed Data</a:t>
              </a:r>
            </a:p>
          </p:txBody>
        </p:sp>
        <p:sp>
          <p:nvSpPr>
            <p:cNvPr id="56" name="Rectangle 519">
              <a:extLst>
                <a:ext uri="{FF2B5EF4-FFF2-40B4-BE49-F238E27FC236}">
                  <a16:creationId xmlns:a16="http://schemas.microsoft.com/office/drawing/2014/main" id="{6C583C75-CC40-1AD4-AE54-E8AF4BFFEB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58286" y="18183246"/>
              <a:ext cx="3599977" cy="808806"/>
            </a:xfrm>
            <a:prstGeom prst="chevron">
              <a:avLst/>
            </a:prstGeom>
            <a:solidFill>
              <a:srgbClr val="E8F6FF"/>
            </a:solidFill>
            <a:ln w="28575">
              <a:solidFill>
                <a:srgbClr val="00759A"/>
              </a:solidFill>
              <a:miter lim="800000"/>
              <a:headEnd/>
              <a:tailEnd/>
            </a:ln>
          </p:spPr>
          <p:txBody>
            <a:bodyPr wrap="none" lIns="83092" tIns="41546" rIns="83092" bIns="41546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sz="2514" dirty="0"/>
                <a:t>Latent Trait Model</a:t>
              </a:r>
            </a:p>
          </p:txBody>
        </p:sp>
        <p:sp>
          <p:nvSpPr>
            <p:cNvPr id="57" name="Rectangle 519">
              <a:extLst>
                <a:ext uri="{FF2B5EF4-FFF2-40B4-BE49-F238E27FC236}">
                  <a16:creationId xmlns:a16="http://schemas.microsoft.com/office/drawing/2014/main" id="{EB852596-6DED-2366-953D-1683D0A514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69070" y="18183246"/>
              <a:ext cx="2671693" cy="808806"/>
            </a:xfrm>
            <a:prstGeom prst="chevron">
              <a:avLst/>
            </a:prstGeom>
            <a:solidFill>
              <a:srgbClr val="00759A"/>
            </a:solidFill>
            <a:ln w="28575">
              <a:solidFill>
                <a:srgbClr val="D3EBED"/>
              </a:solidFill>
              <a:miter lim="800000"/>
              <a:headEnd/>
              <a:tailEnd/>
            </a:ln>
          </p:spPr>
          <p:txBody>
            <a:bodyPr wrap="none" lIns="83092" tIns="41546" rIns="83092" bIns="41546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ts val="0"/>
                </a:spcBef>
              </a:pPr>
              <a:r>
                <a:rPr lang="en-US" altLang="en-US" sz="2514" dirty="0">
                  <a:solidFill>
                    <a:schemeClr val="bg1"/>
                  </a:solidFill>
                </a:rPr>
                <a:t>Probability of</a:t>
              </a:r>
            </a:p>
            <a:p>
              <a:pPr algn="ctr">
                <a:spcBef>
                  <a:spcPts val="0"/>
                </a:spcBef>
              </a:pPr>
              <a:r>
                <a:rPr lang="en-US" altLang="en-US" sz="2514" dirty="0">
                  <a:solidFill>
                    <a:schemeClr val="bg1"/>
                  </a:solidFill>
                </a:rPr>
                <a:t>Inclusion</a:t>
              </a:r>
            </a:p>
          </p:txBody>
        </p:sp>
        <p:sp>
          <p:nvSpPr>
            <p:cNvPr id="58" name="Rectangle 519">
              <a:extLst>
                <a:ext uri="{FF2B5EF4-FFF2-40B4-BE49-F238E27FC236}">
                  <a16:creationId xmlns:a16="http://schemas.microsoft.com/office/drawing/2014/main" id="{8C6ECDF9-1A1D-5D62-71D1-B23B46E610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33652" y="18183246"/>
              <a:ext cx="3121889" cy="808806"/>
            </a:xfrm>
            <a:prstGeom prst="chevron">
              <a:avLst/>
            </a:prstGeom>
            <a:solidFill>
              <a:srgbClr val="E8F6FF"/>
            </a:solidFill>
            <a:ln w="28575">
              <a:solidFill>
                <a:srgbClr val="00759A"/>
              </a:solidFill>
              <a:miter lim="800000"/>
              <a:headEnd/>
              <a:tailEnd/>
            </a:ln>
          </p:spPr>
          <p:txBody>
            <a:bodyPr wrap="none" lIns="83092" tIns="41546" rIns="83092" bIns="41546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sz="2514" dirty="0"/>
                <a:t>Gamma</a:t>
              </a:r>
            </a:p>
          </p:txBody>
        </p:sp>
        <p:sp>
          <p:nvSpPr>
            <p:cNvPr id="59" name="Rectangle 519">
              <a:extLst>
                <a:ext uri="{FF2B5EF4-FFF2-40B4-BE49-F238E27FC236}">
                  <a16:creationId xmlns:a16="http://schemas.microsoft.com/office/drawing/2014/main" id="{5BF10F49-08F3-2333-706D-81B5B64237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266348" y="18183246"/>
              <a:ext cx="3568303" cy="808806"/>
            </a:xfrm>
            <a:prstGeom prst="chevron">
              <a:avLst/>
            </a:prstGeom>
            <a:solidFill>
              <a:srgbClr val="00759A"/>
            </a:solidFill>
            <a:ln w="28575">
              <a:solidFill>
                <a:srgbClr val="D3EBED"/>
              </a:solidFill>
              <a:miter lim="800000"/>
              <a:headEnd/>
              <a:tailEnd/>
            </a:ln>
          </p:spPr>
          <p:txBody>
            <a:bodyPr wrap="none" lIns="83092" tIns="41546" rIns="83092" bIns="41546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sz="2514" dirty="0">
                  <a:solidFill>
                    <a:schemeClr val="bg1"/>
                  </a:solidFill>
                </a:rPr>
                <a:t>Latent Space</a:t>
              </a:r>
            </a:p>
          </p:txBody>
        </p:sp>
        <p:grpSp>
          <p:nvGrpSpPr>
            <p:cNvPr id="100" name="Group 99">
              <a:extLst>
                <a:ext uri="{FF2B5EF4-FFF2-40B4-BE49-F238E27FC236}">
                  <a16:creationId xmlns:a16="http://schemas.microsoft.com/office/drawing/2014/main" id="{FD58A283-38EA-55C1-6A5B-95EC47D8EE4E}"/>
                </a:ext>
              </a:extLst>
            </p:cNvPr>
            <p:cNvGrpSpPr/>
            <p:nvPr/>
          </p:nvGrpSpPr>
          <p:grpSpPr>
            <a:xfrm>
              <a:off x="10724876" y="19906153"/>
              <a:ext cx="2195805" cy="1182157"/>
              <a:chOff x="10724876" y="19688508"/>
              <a:chExt cx="2195805" cy="1182157"/>
            </a:xfrm>
          </p:grpSpPr>
          <p:sp>
            <p:nvSpPr>
              <p:cNvPr id="67" name="Rectangle 519">
                <a:extLst>
                  <a:ext uri="{FF2B5EF4-FFF2-40B4-BE49-F238E27FC236}">
                    <a16:creationId xmlns:a16="http://schemas.microsoft.com/office/drawing/2014/main" id="{03BEFE25-55E2-50D2-B0F1-4907714489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24876" y="19688508"/>
                <a:ext cx="2195805" cy="44466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83092" tIns="41546" rIns="83092" bIns="41546" anchor="ctr"/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spcBef>
                    <a:spcPts val="0"/>
                  </a:spcBef>
                </a:pPr>
                <a:r>
                  <a:rPr lang="en-US" altLang="en-US" sz="2514" dirty="0"/>
                  <a:t>Separate</a:t>
                </a:r>
              </a:p>
            </p:txBody>
          </p:sp>
          <p:sp>
            <p:nvSpPr>
              <p:cNvPr id="70" name="Rectangle 519">
                <a:extLst>
                  <a:ext uri="{FF2B5EF4-FFF2-40B4-BE49-F238E27FC236}">
                    <a16:creationId xmlns:a16="http://schemas.microsoft.com/office/drawing/2014/main" id="{126CB2FE-E3BE-7B92-9F56-219CC3CF7B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24876" y="20426005"/>
                <a:ext cx="2195805" cy="44466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83092" tIns="41546" rIns="83092" bIns="41546" anchor="ctr"/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spcBef>
                    <a:spcPts val="0"/>
                  </a:spcBef>
                </a:pPr>
                <a:r>
                  <a:rPr lang="en-US" altLang="en-US" sz="2514" dirty="0"/>
                  <a:t>Single</a:t>
                </a:r>
              </a:p>
            </p:txBody>
          </p:sp>
        </p:grpSp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id="{EAB47818-1D78-768A-6A01-2B59198C01B4}"/>
                </a:ext>
              </a:extLst>
            </p:cNvPr>
            <p:cNvGrpSpPr/>
            <p:nvPr/>
          </p:nvGrpSpPr>
          <p:grpSpPr>
            <a:xfrm>
              <a:off x="1333669" y="19370275"/>
              <a:ext cx="2761318" cy="2253913"/>
              <a:chOff x="1210837" y="19218032"/>
              <a:chExt cx="2761318" cy="2253913"/>
            </a:xfrm>
          </p:grpSpPr>
          <p:sp>
            <p:nvSpPr>
              <p:cNvPr id="75" name="Rectangle 519">
                <a:extLst>
                  <a:ext uri="{FF2B5EF4-FFF2-40B4-BE49-F238E27FC236}">
                    <a16:creationId xmlns:a16="http://schemas.microsoft.com/office/drawing/2014/main" id="{00E01D2F-FEBF-81C7-F873-E6457D3974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10837" y="19218032"/>
                <a:ext cx="2761318" cy="473993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83092" tIns="41546" rIns="83092" bIns="41546" anchor="ctr"/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spcBef>
                    <a:spcPts val="0"/>
                  </a:spcBef>
                </a:pPr>
                <a:r>
                  <a:rPr lang="en-US" altLang="en-US" sz="2514" dirty="0"/>
                  <a:t>Item Responses</a:t>
                </a:r>
              </a:p>
            </p:txBody>
          </p:sp>
          <p:sp>
            <p:nvSpPr>
              <p:cNvPr id="76" name="Rectangle 519">
                <a:extLst>
                  <a:ext uri="{FF2B5EF4-FFF2-40B4-BE49-F238E27FC236}">
                    <a16:creationId xmlns:a16="http://schemas.microsoft.com/office/drawing/2014/main" id="{48DE0ABF-90FF-4AC2-06CB-9352044488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10837" y="19981272"/>
                <a:ext cx="2761318" cy="473993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83092" tIns="41546" rIns="83092" bIns="41546" anchor="ctr"/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spcBef>
                    <a:spcPts val="0"/>
                  </a:spcBef>
                </a:pPr>
                <a:r>
                  <a:rPr lang="en-US" altLang="en-US" sz="2514" dirty="0"/>
                  <a:t>Response Times</a:t>
                </a:r>
              </a:p>
            </p:txBody>
          </p:sp>
          <p:sp>
            <p:nvSpPr>
              <p:cNvPr id="77" name="Rectangle 519">
                <a:extLst>
                  <a:ext uri="{FF2B5EF4-FFF2-40B4-BE49-F238E27FC236}">
                    <a16:creationId xmlns:a16="http://schemas.microsoft.com/office/drawing/2014/main" id="{79EACE15-6FCC-649E-28AA-04E3E047A4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10837" y="20997952"/>
                <a:ext cx="2761318" cy="473993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83092" tIns="41546" rIns="83092" bIns="41546" anchor="ctr"/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spcBef>
                    <a:spcPts val="0"/>
                  </a:spcBef>
                </a:pPr>
                <a:r>
                  <a:rPr lang="en-US" altLang="en-US" sz="2514" dirty="0"/>
                  <a:t>Process Data</a:t>
                </a:r>
              </a:p>
            </p:txBody>
          </p:sp>
        </p:grpSp>
        <p:grpSp>
          <p:nvGrpSpPr>
            <p:cNvPr id="101" name="Group 100">
              <a:extLst>
                <a:ext uri="{FF2B5EF4-FFF2-40B4-BE49-F238E27FC236}">
                  <a16:creationId xmlns:a16="http://schemas.microsoft.com/office/drawing/2014/main" id="{0E56AA36-038A-8EBE-1062-A72AED445EF3}"/>
                </a:ext>
              </a:extLst>
            </p:cNvPr>
            <p:cNvGrpSpPr/>
            <p:nvPr/>
          </p:nvGrpSpPr>
          <p:grpSpPr>
            <a:xfrm>
              <a:off x="4694153" y="19243554"/>
              <a:ext cx="2761318" cy="2507354"/>
              <a:chOff x="4694153" y="19218032"/>
              <a:chExt cx="2761318" cy="2507354"/>
            </a:xfrm>
          </p:grpSpPr>
          <p:sp>
            <p:nvSpPr>
              <p:cNvPr id="85" name="Rectangle 519">
                <a:extLst>
                  <a:ext uri="{FF2B5EF4-FFF2-40B4-BE49-F238E27FC236}">
                    <a16:creationId xmlns:a16="http://schemas.microsoft.com/office/drawing/2014/main" id="{F8DF2BB4-1E43-FC39-877C-8EC923AAFB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94153" y="19218032"/>
                <a:ext cx="2761318" cy="473993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83092" tIns="41546" rIns="83092" bIns="41546" anchor="ctr"/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spcBef>
                    <a:spcPts val="0"/>
                  </a:spcBef>
                </a:pPr>
                <a:r>
                  <a:rPr lang="en-US" altLang="en-US" sz="2514" dirty="0"/>
                  <a:t>Rasch</a:t>
                </a:r>
              </a:p>
            </p:txBody>
          </p:sp>
          <p:sp>
            <p:nvSpPr>
              <p:cNvPr id="86" name="Rectangle 519">
                <a:extLst>
                  <a:ext uri="{FF2B5EF4-FFF2-40B4-BE49-F238E27FC236}">
                    <a16:creationId xmlns:a16="http://schemas.microsoft.com/office/drawing/2014/main" id="{40FA017E-CD88-8AD2-5965-A91D441E8C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94153" y="19981272"/>
                <a:ext cx="2761318" cy="473993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83092" tIns="41546" rIns="83092" bIns="41546" anchor="ctr"/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spcBef>
                    <a:spcPts val="0"/>
                  </a:spcBef>
                </a:pPr>
                <a:r>
                  <a:rPr lang="en-US" altLang="en-US" sz="2514" dirty="0"/>
                  <a:t>Log-Normal RT</a:t>
                </a:r>
              </a:p>
            </p:txBody>
          </p:sp>
          <p:sp>
            <p:nvSpPr>
              <p:cNvPr id="87" name="Rectangle 519">
                <a:extLst>
                  <a:ext uri="{FF2B5EF4-FFF2-40B4-BE49-F238E27FC236}">
                    <a16:creationId xmlns:a16="http://schemas.microsoft.com/office/drawing/2014/main" id="{2767E7AE-21E5-560F-3A1C-508F3EB0ED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94153" y="20744511"/>
                <a:ext cx="2761318" cy="980875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83092" tIns="41546" rIns="83092" bIns="41546" anchor="ctr"/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eaLnBrk="0" hangingPunct="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spcBef>
                    <a:spcPts val="0"/>
                  </a:spcBef>
                </a:pPr>
                <a:r>
                  <a:rPr lang="en-US" altLang="en-US" sz="2514" dirty="0"/>
                  <a:t>Zero Inflated </a:t>
                </a:r>
              </a:p>
              <a:p>
                <a:pPr algn="ctr">
                  <a:spcBef>
                    <a:spcPts val="0"/>
                  </a:spcBef>
                </a:pPr>
                <a:r>
                  <a:rPr lang="en-US" altLang="en-US" sz="2514" dirty="0"/>
                  <a:t>Negative Binomial</a:t>
                </a:r>
              </a:p>
            </p:txBody>
          </p:sp>
        </p:grpSp>
        <p:pic>
          <p:nvPicPr>
            <p:cNvPr id="95" name="Picture 94">
              <a:extLst>
                <a:ext uri="{FF2B5EF4-FFF2-40B4-BE49-F238E27FC236}">
                  <a16:creationId xmlns:a16="http://schemas.microsoft.com/office/drawing/2014/main" id="{B4159198-BBAE-D7F2-03C0-A68ACDE28FD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580154" y="19368248"/>
              <a:ext cx="3114272" cy="2257967"/>
            </a:xfrm>
            <a:prstGeom prst="rect">
              <a:avLst/>
            </a:prstGeom>
          </p:spPr>
        </p:pic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4CA6ED02-2838-C127-2ABD-056A867699E9}"/>
              </a:ext>
            </a:extLst>
          </p:cNvPr>
          <p:cNvGrpSpPr/>
          <p:nvPr/>
        </p:nvGrpSpPr>
        <p:grpSpPr>
          <a:xfrm>
            <a:off x="801835" y="22600239"/>
            <a:ext cx="16520678" cy="6826924"/>
            <a:chOff x="757189" y="22600239"/>
            <a:chExt cx="16520678" cy="6826924"/>
          </a:xfrm>
        </p:grpSpPr>
        <p:sp>
          <p:nvSpPr>
            <p:cNvPr id="103" name="Rectangle 5">
              <a:extLst>
                <a:ext uri="{FF2B5EF4-FFF2-40B4-BE49-F238E27FC236}">
                  <a16:creationId xmlns:a16="http://schemas.microsoft.com/office/drawing/2014/main" id="{40A4607B-03B0-344D-0098-23756E97CA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7191" y="22905431"/>
              <a:ext cx="16520676" cy="6521732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wrap="none" lIns="83066" tIns="41529" rIns="83066" bIns="41529" anchor="ctr"/>
            <a:lstStyle>
              <a:lvl1pPr defTabSz="3806825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defTabSz="3806825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/>
              <a:endParaRPr lang="en-US" altLang="en-US" sz="7857" dirty="0"/>
            </a:p>
          </p:txBody>
        </p:sp>
        <p:sp>
          <p:nvSpPr>
            <p:cNvPr id="104" name="Rectangle 519">
              <a:extLst>
                <a:ext uri="{FF2B5EF4-FFF2-40B4-BE49-F238E27FC236}">
                  <a16:creationId xmlns:a16="http://schemas.microsoft.com/office/drawing/2014/main" id="{0D3832A0-60F6-6B5F-5FB4-6B0324347F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7189" y="22600239"/>
              <a:ext cx="16520677" cy="692791"/>
            </a:xfrm>
            <a:prstGeom prst="rect">
              <a:avLst/>
            </a:prstGeom>
            <a:solidFill>
              <a:srgbClr val="00759A"/>
            </a:solidFill>
            <a:ln w="57150">
              <a:noFill/>
              <a:miter lim="800000"/>
              <a:headEnd/>
              <a:tailEnd/>
            </a:ln>
          </p:spPr>
          <p:txBody>
            <a:bodyPr wrap="none" lIns="83092" tIns="41546" rIns="83092" bIns="41546"/>
            <a:lstStyle>
              <a:lvl1pPr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sz="3667" b="1" dirty="0">
                  <a:solidFill>
                    <a:schemeClr val="bg1"/>
                  </a:solidFill>
                </a:rPr>
                <a:t>Descriptive Motivation</a:t>
              </a:r>
            </a:p>
          </p:txBody>
        </p:sp>
        <p:pic>
          <p:nvPicPr>
            <p:cNvPr id="3" name="Graphic 2">
              <a:extLst>
                <a:ext uri="{FF2B5EF4-FFF2-40B4-BE49-F238E27FC236}">
                  <a16:creationId xmlns:a16="http://schemas.microsoft.com/office/drawing/2014/main" id="{D3717C7C-4268-C2A3-B523-ECF85B69249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57344" y="23666803"/>
              <a:ext cx="16092405" cy="5289928"/>
            </a:xfrm>
            <a:prstGeom prst="rect">
              <a:avLst/>
            </a:prstGeom>
          </p:spPr>
        </p:pic>
      </p:grpSp>
      <p:pic>
        <p:nvPicPr>
          <p:cNvPr id="11" name="Graphic 10">
            <a:extLst>
              <a:ext uri="{FF2B5EF4-FFF2-40B4-BE49-F238E27FC236}">
                <a16:creationId xmlns:a16="http://schemas.microsoft.com/office/drawing/2014/main" id="{3F4A9F4B-6297-23B1-80DC-5152EF12E1F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9327474" y="6538249"/>
            <a:ext cx="10019665" cy="6739612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FC4BFAA2-9A2D-4A6D-75C6-F870F4A745E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9327474" y="13479679"/>
            <a:ext cx="10019664" cy="6739611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EBE96737-8CAC-292B-E485-074432A329E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9327474" y="20482544"/>
            <a:ext cx="10019664" cy="6739611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85A59356-51EE-B129-3DB8-A36DEA251EC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8145761" y="13479679"/>
            <a:ext cx="10019664" cy="6739611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00A5376E-20E3-E7BC-0F3E-C8F0D4209BED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8145760" y="20482544"/>
            <a:ext cx="10019665" cy="6739612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C3F1A9FA-9229-39CE-77A6-28F1716779A9}"/>
              </a:ext>
            </a:extLst>
          </p:cNvPr>
          <p:cNvSpPr txBox="1"/>
          <p:nvPr/>
        </p:nvSpPr>
        <p:spPr>
          <a:xfrm>
            <a:off x="29327474" y="27488171"/>
            <a:ext cx="970273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99352" indent="-299352">
              <a:buFont typeface="Wingdings" panose="05000000000000000000" pitchFamily="2" charset="2"/>
              <a:buChar char="§"/>
            </a:pPr>
            <a:r>
              <a:rPr lang="en-US" sz="3000" dirty="0">
                <a:latin typeface="+mj-lt"/>
                <a:cs typeface="Times New Roman" panose="02020603050405020304" pitchFamily="18" charset="0"/>
              </a:rPr>
              <a:t>Single gamma attenuates the structural alignment with the RT-only space; single parameter forced to average the strong RT dependency with the weaker signals.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1E578D9B-88CD-EA66-BD8A-6B8FC2CB7DBD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8145760" y="6538249"/>
            <a:ext cx="10019665" cy="6739612"/>
          </a:xfrm>
          <a:prstGeom prst="rect">
            <a:avLst/>
          </a:prstGeom>
        </p:spPr>
      </p:pic>
      <p:pic>
        <p:nvPicPr>
          <p:cNvPr id="12" name="Picture 11" descr="A black and white qr code&#10;&#10;AI-generated content may be incorrect.">
            <a:extLst>
              <a:ext uri="{FF2B5EF4-FFF2-40B4-BE49-F238E27FC236}">
                <a16:creationId xmlns:a16="http://schemas.microsoft.com/office/drawing/2014/main" id="{6CFF2BC9-61FC-CDBA-CA42-381127CEF166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7105389" y="2910362"/>
            <a:ext cx="2550097" cy="2550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5724444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9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9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40888</TotalTime>
  <Words>340</Words>
  <Application>Microsoft Office PowerPoint</Application>
  <PresentationFormat>Custom</PresentationFormat>
  <Paragraphs>39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ＭＳ Ｐゴシック</vt:lpstr>
      <vt:lpstr>Arial</vt:lpstr>
      <vt:lpstr>Wingdings</vt:lpstr>
      <vt:lpstr>Default Design</vt:lpstr>
      <vt:lpstr>A Unified Latent Space Item Response Model for Test Security Diagnostics</vt:lpstr>
    </vt:vector>
  </TitlesOfParts>
  <Company>University of Texas at Arlington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Testing the fSAM Model of False Recall: Association Strengths and True-False Correlations</dc:title>
  <dc:creator>Troy Smith</dc:creator>
  <cp:lastModifiedBy>William Muntean</cp:lastModifiedBy>
  <cp:revision>874</cp:revision>
  <cp:lastPrinted>2014-06-25T13:37:24Z</cp:lastPrinted>
  <dcterms:created xsi:type="dcterms:W3CDTF">2009-10-22T04:02:09Z</dcterms:created>
  <dcterms:modified xsi:type="dcterms:W3CDTF">2025-10-06T18:56:55Z</dcterms:modified>
</cp:coreProperties>
</file>